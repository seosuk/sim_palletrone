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5"/>
  </p:notesMasterIdLst>
  <p:sldIdLst>
    <p:sldId id="258" r:id="rId2"/>
    <p:sldId id="256" r:id="rId3"/>
    <p:sldId id="261" r:id="rId4"/>
  </p:sldIdLst>
  <p:sldSz cx="30240288" cy="42767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000FF"/>
    <a:srgbClr val="FF0101"/>
    <a:srgbClr val="FF7476"/>
    <a:srgbClr val="7096FF"/>
    <a:srgbClr val="B3B3B3"/>
    <a:srgbClr val="515151"/>
    <a:srgbClr val="7399FF"/>
    <a:srgbClr val="FA2C01"/>
    <a:srgbClr val="006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36" autoAdjust="0"/>
  </p:normalViewPr>
  <p:slideViewPr>
    <p:cSldViewPr snapToGrid="0">
      <p:cViewPr>
        <p:scale>
          <a:sx n="66" d="100"/>
          <a:sy n="66" d="100"/>
        </p:scale>
        <p:origin x="-2886" y="-180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4EB7C-DA31-4FD1-B16A-9A9A243A602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7311-7FD8-41BB-BF65-EF9433705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30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8288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36576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54864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73152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91440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109728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128016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14630400" algn="l" defTabSz="3657600" rtl="0" eaLnBrk="1" latinLnBrk="1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DC55-9FE2-F8BD-8D3B-B3106C44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844FE6-CA85-A817-DBD7-195F61BC9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ACEE99-32F3-4127-60CB-6C1F3E778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6ACA1-C82F-B378-8434-495AE366B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F7311-7FD8-41BB-BF65-EF943370500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411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피피티</a:t>
            </a:r>
            <a:r>
              <a:rPr lang="ko-KR" altLang="en-US" dirty="0"/>
              <a:t> 통째로 보내줘 카톡으로</a:t>
            </a:r>
            <a:r>
              <a:rPr lang="en-US" altLang="ko-KR" dirty="0"/>
              <a:t>!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F7311-7FD8-41BB-BF65-EF943370500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94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30AB-D094-F998-FB2F-CC71F5CB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F65A69-105B-9344-5641-BD6DFF5F2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57E30C-9FA9-F76B-3EF1-27C7C54D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7A9CB-F65C-A525-ECCD-117F90426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F7311-7FD8-41BB-BF65-EF943370500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30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6999180"/>
            <a:ext cx="25704245" cy="14889339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462709"/>
            <a:ext cx="22680216" cy="10325516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2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0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62125"/>
            <a:ext cx="26082248" cy="17789985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20410"/>
            <a:ext cx="26082248" cy="9355333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>
                    <a:tint val="82000"/>
                  </a:schemeClr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82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2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384800"/>
            <a:ext cx="12852122" cy="2713542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384800"/>
            <a:ext cx="12852122" cy="2713542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377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76970"/>
            <a:ext cx="26082248" cy="826635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483919"/>
            <a:ext cx="12793057" cy="5138007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21926"/>
            <a:ext cx="12793057" cy="229775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483919"/>
            <a:ext cx="12856061" cy="5138007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21926"/>
            <a:ext cx="12856061" cy="229775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37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0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41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1150"/>
            <a:ext cx="9753280" cy="997902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57701"/>
            <a:ext cx="15309146" cy="30392467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30175"/>
            <a:ext cx="9753280" cy="23769486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10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1150"/>
            <a:ext cx="9753280" cy="997902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57701"/>
            <a:ext cx="15309146" cy="30392467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30175"/>
            <a:ext cx="9753280" cy="23769486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0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7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76960"/>
            <a:ext cx="6520562" cy="3624326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76960"/>
            <a:ext cx="19183683" cy="3624326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05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0FA336-67E0-C721-ED13-03B2A61C43C9}"/>
              </a:ext>
            </a:extLst>
          </p:cNvPr>
          <p:cNvSpPr/>
          <p:nvPr userDrawn="1"/>
        </p:nvSpPr>
        <p:spPr>
          <a:xfrm>
            <a:off x="1714588" y="3962402"/>
            <a:ext cx="13068986" cy="28841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200"/>
          </a:p>
        </p:txBody>
      </p:sp>
    </p:spTree>
    <p:extLst>
      <p:ext uri="{BB962C8B-B14F-4D97-AF65-F5344CB8AC3E}">
        <p14:creationId xmlns:p14="http://schemas.microsoft.com/office/powerpoint/2010/main" val="163653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76970"/>
            <a:ext cx="26082248" cy="8266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384800"/>
            <a:ext cx="26082248" cy="27135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259AFA-E89D-5240-0691-468C34BEB47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" y="2117252"/>
            <a:ext cx="30240288" cy="3853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9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3024012" rtl="0" eaLnBrk="1" latinLnBrk="1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1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1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24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21.png"/><Relationship Id="rId23" Type="http://schemas.openxmlformats.org/officeDocument/2006/relationships/image" Target="../media/image10.png"/><Relationship Id="rId10" Type="http://schemas.openxmlformats.org/officeDocument/2006/relationships/image" Target="../media/image16.png"/><Relationship Id="rId19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26.png"/><Relationship Id="rId21" Type="http://schemas.openxmlformats.org/officeDocument/2006/relationships/image" Target="../media/image68.png"/><Relationship Id="rId7" Type="http://schemas.openxmlformats.org/officeDocument/2006/relationships/image" Target="../media/image121.png"/><Relationship Id="rId12" Type="http://schemas.openxmlformats.org/officeDocument/2006/relationships/image" Target="../media/image35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120.png"/><Relationship Id="rId5" Type="http://schemas.openxmlformats.org/officeDocument/2006/relationships/image" Target="../media/image28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33.png"/><Relationship Id="rId19" Type="http://schemas.openxmlformats.org/officeDocument/2006/relationships/image" Target="../media/image66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36.png"/><Relationship Id="rId39" Type="http://schemas.openxmlformats.org/officeDocument/2006/relationships/image" Target="../media/image74.png"/><Relationship Id="rId21" Type="http://schemas.openxmlformats.org/officeDocument/2006/relationships/image" Target="../media/image54.png"/><Relationship Id="rId34" Type="http://schemas.openxmlformats.org/officeDocument/2006/relationships/image" Target="../media/image520.png"/><Relationship Id="rId42" Type="http://schemas.openxmlformats.org/officeDocument/2006/relationships/image" Target="../media/image77.png"/><Relationship Id="rId47" Type="http://schemas.openxmlformats.org/officeDocument/2006/relationships/image" Target="../media/image8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0.png"/><Relationship Id="rId20" Type="http://schemas.openxmlformats.org/officeDocument/2006/relationships/image" Target="../media/image53.png"/><Relationship Id="rId29" Type="http://schemas.openxmlformats.org/officeDocument/2006/relationships/image" Target="../media/image290.png"/><Relationship Id="rId41" Type="http://schemas.openxmlformats.org/officeDocument/2006/relationships/image" Target="../media/image7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32" Type="http://schemas.openxmlformats.org/officeDocument/2006/relationships/image" Target="../media/image320.png"/><Relationship Id="rId37" Type="http://schemas.openxmlformats.org/officeDocument/2006/relationships/image" Target="../media/image59.png"/><Relationship Id="rId40" Type="http://schemas.openxmlformats.org/officeDocument/2006/relationships/image" Target="../media/image75.png"/><Relationship Id="rId45" Type="http://schemas.openxmlformats.org/officeDocument/2006/relationships/image" Target="../media/image80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6.png"/><Relationship Id="rId36" Type="http://schemas.openxmlformats.org/officeDocument/2006/relationships/image" Target="../media/image58.png"/><Relationship Id="rId10" Type="http://schemas.openxmlformats.org/officeDocument/2006/relationships/image" Target="../media/image44.png"/><Relationship Id="rId19" Type="http://schemas.openxmlformats.org/officeDocument/2006/relationships/image" Target="../media/image52.png"/><Relationship Id="rId31" Type="http://schemas.openxmlformats.org/officeDocument/2006/relationships/image" Target="../media/image310.png"/><Relationship Id="rId44" Type="http://schemas.openxmlformats.org/officeDocument/2006/relationships/image" Target="../media/image7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5.png"/><Relationship Id="rId30" Type="http://schemas.openxmlformats.org/officeDocument/2006/relationships/image" Target="../media/image300.png"/><Relationship Id="rId35" Type="http://schemas.openxmlformats.org/officeDocument/2006/relationships/image" Target="../media/image57.png"/><Relationship Id="rId43" Type="http://schemas.openxmlformats.org/officeDocument/2006/relationships/image" Target="../media/image78.png"/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33" Type="http://schemas.openxmlformats.org/officeDocument/2006/relationships/image" Target="../media/image510.png"/><Relationship Id="rId38" Type="http://schemas.openxmlformats.org/officeDocument/2006/relationships/image" Target="../media/image71.png"/><Relationship Id="rId46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8DB1-1674-A61C-DE44-CECB3907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B096185-E892-D943-3761-41E8CA5A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162" y="24239069"/>
            <a:ext cx="10947078" cy="303869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DCA6760-EC23-5D0D-1084-52268BA96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368" y="10509123"/>
            <a:ext cx="10986699" cy="50843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ECC8E8E-C79D-4F31-AE83-048AE5458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368" y="6018012"/>
            <a:ext cx="10949023" cy="39820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983A58-0284-618E-D3F2-B5C98F10A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468" y="16130254"/>
            <a:ext cx="10958788" cy="756376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D1D942B5-6E0F-B265-3B8B-C92C44763F4F}"/>
              </a:ext>
            </a:extLst>
          </p:cNvPr>
          <p:cNvSpPr txBox="1"/>
          <p:nvPr/>
        </p:nvSpPr>
        <p:spPr>
          <a:xfrm>
            <a:off x="8222074" y="5562314"/>
            <a:ext cx="143346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42940CC-4630-9504-7B37-2E22DB0B8BB9}"/>
              </a:ext>
            </a:extLst>
          </p:cNvPr>
          <p:cNvSpPr txBox="1"/>
          <p:nvPr/>
        </p:nvSpPr>
        <p:spPr>
          <a:xfrm>
            <a:off x="2601774" y="596748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86FA4D6-28CC-FCF8-06AB-18480FA089A6}"/>
              </a:ext>
            </a:extLst>
          </p:cNvPr>
          <p:cNvSpPr txBox="1"/>
          <p:nvPr/>
        </p:nvSpPr>
        <p:spPr>
          <a:xfrm>
            <a:off x="2601774" y="637388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741B387-6F93-349E-5046-42D2645E92D0}"/>
              </a:ext>
            </a:extLst>
          </p:cNvPr>
          <p:cNvSpPr txBox="1"/>
          <p:nvPr/>
        </p:nvSpPr>
        <p:spPr>
          <a:xfrm>
            <a:off x="2601774" y="678028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5563175-DED4-2024-5C07-DBF6C2AE6776}"/>
              </a:ext>
            </a:extLst>
          </p:cNvPr>
          <p:cNvSpPr txBox="1"/>
          <p:nvPr/>
        </p:nvSpPr>
        <p:spPr>
          <a:xfrm>
            <a:off x="2601774" y="732003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2B55846-6921-579A-91C4-E1ED2C30800C}"/>
              </a:ext>
            </a:extLst>
          </p:cNvPr>
          <p:cNvSpPr txBox="1"/>
          <p:nvPr/>
        </p:nvSpPr>
        <p:spPr>
          <a:xfrm>
            <a:off x="2601774" y="772643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498F955-79DD-0418-8B1B-21BAF924A0AA}"/>
              </a:ext>
            </a:extLst>
          </p:cNvPr>
          <p:cNvSpPr txBox="1"/>
          <p:nvPr/>
        </p:nvSpPr>
        <p:spPr>
          <a:xfrm>
            <a:off x="2601774" y="813283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16836E0-59F9-DEB4-9708-27A3819B2321}"/>
              </a:ext>
            </a:extLst>
          </p:cNvPr>
          <p:cNvSpPr txBox="1"/>
          <p:nvPr/>
        </p:nvSpPr>
        <p:spPr>
          <a:xfrm>
            <a:off x="2601774" y="868528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56DBFA3-DDAE-6A24-337A-D9AC4E3C12FA}"/>
              </a:ext>
            </a:extLst>
          </p:cNvPr>
          <p:cNvSpPr txBox="1"/>
          <p:nvPr/>
        </p:nvSpPr>
        <p:spPr>
          <a:xfrm>
            <a:off x="2601774" y="909168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-0.8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91EA687-458D-8C0F-24AB-4CB2974DA5A6}"/>
              </a:ext>
            </a:extLst>
          </p:cNvPr>
          <p:cNvSpPr txBox="1"/>
          <p:nvPr/>
        </p:nvSpPr>
        <p:spPr>
          <a:xfrm>
            <a:off x="2601774" y="949808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-1.3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88CD2C1E-AF74-66B4-A144-628D7D4C5DAA}"/>
              </a:ext>
            </a:extLst>
          </p:cNvPr>
          <p:cNvSpPr txBox="1"/>
          <p:nvPr/>
        </p:nvSpPr>
        <p:spPr>
          <a:xfrm>
            <a:off x="8220471" y="10064514"/>
            <a:ext cx="143667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Attitude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36D1BE0-6143-834D-E897-EDE260E96C2F}"/>
              </a:ext>
            </a:extLst>
          </p:cNvPr>
          <p:cNvSpPr txBox="1"/>
          <p:nvPr/>
        </p:nvSpPr>
        <p:spPr>
          <a:xfrm>
            <a:off x="2601774" y="1044077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D4F540C-1DD6-0056-4EC4-A977E7F8932B}"/>
              </a:ext>
            </a:extLst>
          </p:cNvPr>
          <p:cNvSpPr txBox="1"/>
          <p:nvPr/>
        </p:nvSpPr>
        <p:spPr>
          <a:xfrm>
            <a:off x="2601774" y="1084717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BF7ACDA-556E-44F9-F850-C5CCADCFB900}"/>
              </a:ext>
            </a:extLst>
          </p:cNvPr>
          <p:cNvSpPr txBox="1"/>
          <p:nvPr/>
        </p:nvSpPr>
        <p:spPr>
          <a:xfrm>
            <a:off x="2601774" y="1125357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CFE53F4-4C2D-FB18-D64C-64911D4429F9}"/>
              </a:ext>
            </a:extLst>
          </p:cNvPr>
          <p:cNvSpPr txBox="1"/>
          <p:nvPr/>
        </p:nvSpPr>
        <p:spPr>
          <a:xfrm>
            <a:off x="2601774" y="1175072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BEA33DC-C8EE-B4D9-E562-34DAE9EA37A8}"/>
              </a:ext>
            </a:extLst>
          </p:cNvPr>
          <p:cNvSpPr txBox="1"/>
          <p:nvPr/>
        </p:nvSpPr>
        <p:spPr>
          <a:xfrm>
            <a:off x="2601774" y="1215712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3416822-C3BD-9CCD-0CA4-08959D5C761F}"/>
              </a:ext>
            </a:extLst>
          </p:cNvPr>
          <p:cNvSpPr txBox="1"/>
          <p:nvPr/>
        </p:nvSpPr>
        <p:spPr>
          <a:xfrm>
            <a:off x="2601774" y="1256352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232ACDB-0440-2931-E6B3-58CBC4AB078C}"/>
              </a:ext>
            </a:extLst>
          </p:cNvPr>
          <p:cNvSpPr txBox="1"/>
          <p:nvPr/>
        </p:nvSpPr>
        <p:spPr>
          <a:xfrm>
            <a:off x="2601774" y="1301818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34D10A17-B62C-B30D-E26D-41FF8F75095F}"/>
              </a:ext>
            </a:extLst>
          </p:cNvPr>
          <p:cNvSpPr txBox="1"/>
          <p:nvPr/>
        </p:nvSpPr>
        <p:spPr>
          <a:xfrm>
            <a:off x="2601774" y="1342458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B06E8D1-5AD5-A4FE-EDC3-A766D44B7796}"/>
              </a:ext>
            </a:extLst>
          </p:cNvPr>
          <p:cNvSpPr txBox="1"/>
          <p:nvPr/>
        </p:nvSpPr>
        <p:spPr>
          <a:xfrm>
            <a:off x="2601774" y="1383098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ACC1557-ED5C-AC9C-3243-E7FB2DCE3788}"/>
              </a:ext>
            </a:extLst>
          </p:cNvPr>
          <p:cNvSpPr txBox="1"/>
          <p:nvPr/>
        </p:nvSpPr>
        <p:spPr>
          <a:xfrm>
            <a:off x="2601774" y="1433631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26BE410-4363-D20A-E760-00305EDD6EAF}"/>
              </a:ext>
            </a:extLst>
          </p:cNvPr>
          <p:cNvSpPr txBox="1"/>
          <p:nvPr/>
        </p:nvSpPr>
        <p:spPr>
          <a:xfrm>
            <a:off x="2601774" y="1474271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BFF3377-C1BC-C490-FB67-6CCC0680C035}"/>
              </a:ext>
            </a:extLst>
          </p:cNvPr>
          <p:cNvSpPr txBox="1"/>
          <p:nvPr/>
        </p:nvSpPr>
        <p:spPr>
          <a:xfrm>
            <a:off x="2601774" y="1514911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D44E173-2CC5-0CFB-BF6D-ABBCCCAFB1BF}"/>
              </a:ext>
            </a:extLst>
          </p:cNvPr>
          <p:cNvSpPr txBox="1"/>
          <p:nvPr/>
        </p:nvSpPr>
        <p:spPr>
          <a:xfrm>
            <a:off x="5900124" y="15686458"/>
            <a:ext cx="607736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Disturbance Compensation Torque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597A67A-D0E9-34A7-67DE-1DDB0F7A89BA}"/>
              </a:ext>
            </a:extLst>
          </p:cNvPr>
          <p:cNvSpPr txBox="1"/>
          <p:nvPr/>
        </p:nvSpPr>
        <p:spPr>
          <a:xfrm>
            <a:off x="2601774" y="160503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1B45F6E-6BEA-3937-7560-8ACF670298BA}"/>
              </a:ext>
            </a:extLst>
          </p:cNvPr>
          <p:cNvSpPr txBox="1"/>
          <p:nvPr/>
        </p:nvSpPr>
        <p:spPr>
          <a:xfrm>
            <a:off x="2601774" y="164567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90EEEB9-C60A-5211-F154-CCF6558BD065}"/>
              </a:ext>
            </a:extLst>
          </p:cNvPr>
          <p:cNvSpPr txBox="1"/>
          <p:nvPr/>
        </p:nvSpPr>
        <p:spPr>
          <a:xfrm>
            <a:off x="2601774" y="168631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69221A4-9DA3-84FB-629D-937FB7A6D219}"/>
              </a:ext>
            </a:extLst>
          </p:cNvPr>
          <p:cNvSpPr txBox="1"/>
          <p:nvPr/>
        </p:nvSpPr>
        <p:spPr>
          <a:xfrm>
            <a:off x="2601774" y="1742313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EED7F54-C047-3ACE-C742-9852717E1311}"/>
              </a:ext>
            </a:extLst>
          </p:cNvPr>
          <p:cNvSpPr txBox="1"/>
          <p:nvPr/>
        </p:nvSpPr>
        <p:spPr>
          <a:xfrm>
            <a:off x="2601774" y="1782953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943457B-391C-5E0A-D650-C2691E47A324}"/>
              </a:ext>
            </a:extLst>
          </p:cNvPr>
          <p:cNvSpPr txBox="1"/>
          <p:nvPr/>
        </p:nvSpPr>
        <p:spPr>
          <a:xfrm>
            <a:off x="2601774" y="1823593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50CC51C-5C4B-7936-0C00-D781C5E81CA4}"/>
              </a:ext>
            </a:extLst>
          </p:cNvPr>
          <p:cNvSpPr txBox="1"/>
          <p:nvPr/>
        </p:nvSpPr>
        <p:spPr>
          <a:xfrm>
            <a:off x="2601774" y="188010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8DB1454-02DC-9EC2-019C-A1F32EFEF02F}"/>
              </a:ext>
            </a:extLst>
          </p:cNvPr>
          <p:cNvSpPr txBox="1"/>
          <p:nvPr/>
        </p:nvSpPr>
        <p:spPr>
          <a:xfrm>
            <a:off x="2601774" y="192074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E16BA32-FEA6-2F68-5FEA-978FEB011E24}"/>
              </a:ext>
            </a:extLst>
          </p:cNvPr>
          <p:cNvSpPr txBox="1"/>
          <p:nvPr/>
        </p:nvSpPr>
        <p:spPr>
          <a:xfrm>
            <a:off x="2601774" y="196138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E2FC552-1097-B387-0576-556F4B786549}"/>
              </a:ext>
            </a:extLst>
          </p:cNvPr>
          <p:cNvSpPr txBox="1"/>
          <p:nvPr/>
        </p:nvSpPr>
        <p:spPr>
          <a:xfrm>
            <a:off x="2601774" y="2016364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CE3BAEB-B522-D9EC-4190-D16EE8983DD0}"/>
              </a:ext>
            </a:extLst>
          </p:cNvPr>
          <p:cNvSpPr txBox="1"/>
          <p:nvPr/>
        </p:nvSpPr>
        <p:spPr>
          <a:xfrm>
            <a:off x="2601774" y="2170864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31500CD-E6A6-8D7F-9780-2DC33B0320B4}"/>
              </a:ext>
            </a:extLst>
          </p:cNvPr>
          <p:cNvSpPr txBox="1"/>
          <p:nvPr/>
        </p:nvSpPr>
        <p:spPr>
          <a:xfrm>
            <a:off x="2601774" y="2327610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E457D5E-63A3-C75B-F73D-FF57A3856845}"/>
              </a:ext>
            </a:extLst>
          </p:cNvPr>
          <p:cNvSpPr txBox="1"/>
          <p:nvPr/>
        </p:nvSpPr>
        <p:spPr>
          <a:xfrm>
            <a:off x="6651515" y="23780332"/>
            <a:ext cx="457458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Center of Mass Estimation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BDB32B6-0470-EC0C-ACC0-8DCBB6AF85C1}"/>
                  </a:ext>
                </a:extLst>
              </p:cNvPr>
              <p:cNvSpPr txBox="1"/>
              <p:nvPr/>
            </p:nvSpPr>
            <p:spPr>
              <a:xfrm>
                <a:off x="1821658" y="6262346"/>
                <a:ext cx="612988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BDB32B6-0470-EC0C-ACC0-8DCBB6AF8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658" y="6262346"/>
                <a:ext cx="612988" cy="8567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A910442-7AB9-CFF6-400B-74098BA491B0}"/>
                  </a:ext>
                </a:extLst>
              </p:cNvPr>
              <p:cNvSpPr txBox="1"/>
              <p:nvPr/>
            </p:nvSpPr>
            <p:spPr>
              <a:xfrm>
                <a:off x="1818773" y="7617927"/>
                <a:ext cx="618759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A910442-7AB9-CFF6-400B-74098BA4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773" y="7617927"/>
                <a:ext cx="618759" cy="8567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93B6974-6340-90C3-7F71-F4F2AB4D74DD}"/>
                  </a:ext>
                </a:extLst>
              </p:cNvPr>
              <p:cNvSpPr txBox="1"/>
              <p:nvPr/>
            </p:nvSpPr>
            <p:spPr>
              <a:xfrm>
                <a:off x="1834001" y="8939196"/>
                <a:ext cx="588303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93B6974-6340-90C3-7F71-F4F2AB4D7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001" y="8939196"/>
                <a:ext cx="588303" cy="8567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18CBD5D3-288C-4D3D-3934-DF78F297D581}"/>
                  </a:ext>
                </a:extLst>
              </p:cNvPr>
              <p:cNvSpPr txBox="1"/>
              <p:nvPr/>
            </p:nvSpPr>
            <p:spPr>
              <a:xfrm>
                <a:off x="1782801" y="10752200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18CBD5D3-288C-4D3D-3934-DF78F297D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01" y="10752200"/>
                <a:ext cx="690702" cy="800219"/>
              </a:xfrm>
              <a:prstGeom prst="rect">
                <a:avLst/>
              </a:prstGeom>
              <a:blipFill>
                <a:blip r:embed="rId10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F1F19C71-AC72-68D1-BB62-3FD3D77DC1AD}"/>
                  </a:ext>
                </a:extLst>
              </p:cNvPr>
              <p:cNvSpPr txBox="1"/>
              <p:nvPr/>
            </p:nvSpPr>
            <p:spPr>
              <a:xfrm>
                <a:off x="1782801" y="12034015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F1F19C71-AC72-68D1-BB62-3FD3D77DC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01" y="12034015"/>
                <a:ext cx="690702" cy="800219"/>
              </a:xfrm>
              <a:prstGeom prst="rect">
                <a:avLst/>
              </a:prstGeom>
              <a:blipFill>
                <a:blip r:embed="rId11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4CB8858D-141A-81B8-C4A5-833F8A7A3369}"/>
                  </a:ext>
                </a:extLst>
              </p:cNvPr>
              <p:cNvSpPr txBox="1"/>
              <p:nvPr/>
            </p:nvSpPr>
            <p:spPr>
              <a:xfrm>
                <a:off x="1782801" y="13304189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4CB8858D-141A-81B8-C4A5-833F8A7A3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01" y="13304189"/>
                <a:ext cx="690702" cy="800219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D8447C74-2AD5-4780-C7B6-0548C4B04467}"/>
                  </a:ext>
                </a:extLst>
              </p:cNvPr>
              <p:cNvSpPr txBox="1"/>
              <p:nvPr/>
            </p:nvSpPr>
            <p:spPr>
              <a:xfrm>
                <a:off x="1716405" y="14630863"/>
                <a:ext cx="823494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D8447C74-2AD5-4780-C7B6-0548C4B04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405" y="14630863"/>
                <a:ext cx="823494" cy="800219"/>
              </a:xfrm>
              <a:prstGeom prst="rect">
                <a:avLst/>
              </a:prstGeom>
              <a:blipFill>
                <a:blip r:embed="rId13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DE95EF7-6E98-3ACA-BE7A-7E0306064079}"/>
                  </a:ext>
                </a:extLst>
              </p:cNvPr>
              <p:cNvSpPr txBox="1"/>
              <p:nvPr/>
            </p:nvSpPr>
            <p:spPr>
              <a:xfrm>
                <a:off x="1579508" y="16231127"/>
                <a:ext cx="1097288" cy="932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DE95EF7-6E98-3ACA-BE7A-7E0306064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508" y="16231127"/>
                <a:ext cx="1097288" cy="932948"/>
              </a:xfrm>
              <a:prstGeom prst="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06F2A91-39A6-4DC5-242D-8C5D3D058792}"/>
                  </a:ext>
                </a:extLst>
              </p:cNvPr>
              <p:cNvSpPr txBox="1"/>
              <p:nvPr/>
            </p:nvSpPr>
            <p:spPr>
              <a:xfrm>
                <a:off x="1574732" y="17604718"/>
                <a:ext cx="1106841" cy="9501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06F2A91-39A6-4DC5-242D-8C5D3D058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732" y="17604718"/>
                <a:ext cx="1106841" cy="950197"/>
              </a:xfrm>
              <a:prstGeom prst="rect">
                <a:avLst/>
              </a:prstGeom>
              <a:blipFill>
                <a:blip r:embed="rId15"/>
                <a:stretch>
                  <a:fillRect b="-10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83567A0-1783-119A-8207-15B83F7E8F99}"/>
                  </a:ext>
                </a:extLst>
              </p:cNvPr>
              <p:cNvSpPr txBox="1"/>
              <p:nvPr/>
            </p:nvSpPr>
            <p:spPr>
              <a:xfrm>
                <a:off x="1584285" y="19026231"/>
                <a:ext cx="1087734" cy="932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83567A0-1783-119A-8207-15B83F7E8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85" y="19026231"/>
                <a:ext cx="1087734" cy="932948"/>
              </a:xfrm>
              <a:prstGeom prst="rect">
                <a:avLst/>
              </a:prstGeom>
              <a:blipFill>
                <a:blip r:embed="rId16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11D9392-36DC-2AAA-C249-85AB6C474808}"/>
                  </a:ext>
                </a:extLst>
              </p:cNvPr>
              <p:cNvSpPr txBox="1"/>
              <p:nvPr/>
            </p:nvSpPr>
            <p:spPr>
              <a:xfrm>
                <a:off x="1429115" y="21381491"/>
                <a:ext cx="1398075" cy="1041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Pre>
                            <m:sPre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3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𝛀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sPre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11D9392-36DC-2AAA-C249-85AB6C474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115" y="21381491"/>
                <a:ext cx="1398075" cy="1041182"/>
              </a:xfrm>
              <a:prstGeom prst="rect">
                <a:avLst/>
              </a:prstGeom>
              <a:blipFill>
                <a:blip r:embed="rId1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07748C15-8958-EBFE-0D1E-5284FB0C0CE7}"/>
                  </a:ext>
                </a:extLst>
              </p:cNvPr>
              <p:cNvSpPr txBox="1"/>
              <p:nvPr/>
            </p:nvSpPr>
            <p:spPr>
              <a:xfrm>
                <a:off x="1687968" y="25395986"/>
                <a:ext cx="880369" cy="850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07748C15-8958-EBFE-0D1E-5284FB0C0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968" y="25395986"/>
                <a:ext cx="880369" cy="8508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3" name="TextBox 252">
            <a:extLst>
              <a:ext uri="{FF2B5EF4-FFF2-40B4-BE49-F238E27FC236}">
                <a16:creationId xmlns:a16="http://schemas.microsoft.com/office/drawing/2014/main" id="{01BE99FC-0FCF-FAF1-2507-F4942CC075A6}"/>
              </a:ext>
            </a:extLst>
          </p:cNvPr>
          <p:cNvSpPr txBox="1"/>
          <p:nvPr/>
        </p:nvSpPr>
        <p:spPr>
          <a:xfrm>
            <a:off x="3214447" y="272097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A34C35D-6E3E-3858-99E9-F25760BC07BE}"/>
              </a:ext>
            </a:extLst>
          </p:cNvPr>
          <p:cNvSpPr txBox="1"/>
          <p:nvPr/>
        </p:nvSpPr>
        <p:spPr>
          <a:xfrm>
            <a:off x="5189297" y="272097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2AECAAC-1505-C6AC-A3B8-E3612320763B}"/>
              </a:ext>
            </a:extLst>
          </p:cNvPr>
          <p:cNvSpPr txBox="1"/>
          <p:nvPr/>
        </p:nvSpPr>
        <p:spPr>
          <a:xfrm>
            <a:off x="7380047" y="272097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5AA1772-B541-36EE-20CA-CE46512C550C}"/>
              </a:ext>
            </a:extLst>
          </p:cNvPr>
          <p:cNvSpPr txBox="1"/>
          <p:nvPr/>
        </p:nvSpPr>
        <p:spPr>
          <a:xfrm>
            <a:off x="9570797" y="272097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900C3E30-6C55-80E3-2E52-22CCD00C5ED9}"/>
              </a:ext>
            </a:extLst>
          </p:cNvPr>
          <p:cNvSpPr txBox="1"/>
          <p:nvPr/>
        </p:nvSpPr>
        <p:spPr>
          <a:xfrm>
            <a:off x="11752022" y="272097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762AED0-47B7-0D3E-AD25-6AB02AC78E5B}"/>
              </a:ext>
            </a:extLst>
          </p:cNvPr>
          <p:cNvSpPr txBox="1"/>
          <p:nvPr/>
        </p:nvSpPr>
        <p:spPr>
          <a:xfrm>
            <a:off x="13748303" y="272097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100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09CF550-1A1A-C86D-8D10-C2FEF5A8B4DE}"/>
              </a:ext>
            </a:extLst>
          </p:cNvPr>
          <p:cNvSpPr txBox="1"/>
          <p:nvPr/>
        </p:nvSpPr>
        <p:spPr>
          <a:xfrm>
            <a:off x="7539815" y="27587106"/>
            <a:ext cx="2830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(sec)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2E5B690-2910-ECB3-7CDB-7F3FD4258A63}"/>
              </a:ext>
            </a:extLst>
          </p:cNvPr>
          <p:cNvSpPr txBox="1"/>
          <p:nvPr/>
        </p:nvSpPr>
        <p:spPr>
          <a:xfrm>
            <a:off x="2601774" y="2410745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EADC8493-B5E6-4754-6320-024C15841D02}"/>
              </a:ext>
            </a:extLst>
          </p:cNvPr>
          <p:cNvSpPr txBox="1"/>
          <p:nvPr/>
        </p:nvSpPr>
        <p:spPr>
          <a:xfrm>
            <a:off x="2601774" y="2466589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2B5D2FB-4988-C665-A10D-787516C965B1}"/>
              </a:ext>
            </a:extLst>
          </p:cNvPr>
          <p:cNvSpPr txBox="1"/>
          <p:nvPr/>
        </p:nvSpPr>
        <p:spPr>
          <a:xfrm>
            <a:off x="2601774" y="2522433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68EFCB0E-7F5F-3248-FCDC-7A416E49B170}"/>
              </a:ext>
            </a:extLst>
          </p:cNvPr>
          <p:cNvSpPr txBox="1"/>
          <p:nvPr/>
        </p:nvSpPr>
        <p:spPr>
          <a:xfrm>
            <a:off x="2601774" y="2578276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521DBE5-6274-A96C-81E7-F1AC39B9E286}"/>
              </a:ext>
            </a:extLst>
          </p:cNvPr>
          <p:cNvSpPr txBox="1"/>
          <p:nvPr/>
        </p:nvSpPr>
        <p:spPr>
          <a:xfrm>
            <a:off x="2601774" y="2634120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80DE283-B251-B4C2-CD38-86C3A5239310}"/>
              </a:ext>
            </a:extLst>
          </p:cNvPr>
          <p:cNvSpPr txBox="1"/>
          <p:nvPr/>
        </p:nvSpPr>
        <p:spPr>
          <a:xfrm>
            <a:off x="2601774" y="268996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-6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D6F4F9A1-B390-09B0-8659-3CC34D902B7D}"/>
              </a:ext>
            </a:extLst>
          </p:cNvPr>
          <p:cNvSpPr/>
          <p:nvPr/>
        </p:nvSpPr>
        <p:spPr>
          <a:xfrm>
            <a:off x="11489828" y="24269755"/>
            <a:ext cx="2874281" cy="1664559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D7F10F24-DA25-A7F5-2DEE-514103ACDC85}"/>
                  </a:ext>
                </a:extLst>
              </p:cNvPr>
              <p:cNvSpPr txBox="1"/>
              <p:nvPr/>
            </p:nvSpPr>
            <p:spPr>
              <a:xfrm>
                <a:off x="12005994" y="24277774"/>
                <a:ext cx="1077683" cy="584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D7F10F24-DA25-A7F5-2DEE-514103AC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5994" y="24277774"/>
                <a:ext cx="1077683" cy="58401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7F3F9672-3D42-DD52-93AD-42A92F76DBBE}"/>
              </a:ext>
            </a:extLst>
          </p:cNvPr>
          <p:cNvCxnSpPr>
            <a:cxnSpLocks/>
          </p:cNvCxnSpPr>
          <p:nvPr/>
        </p:nvCxnSpPr>
        <p:spPr>
          <a:xfrm>
            <a:off x="11661278" y="24569782"/>
            <a:ext cx="430619" cy="0"/>
          </a:xfrm>
          <a:prstGeom prst="line">
            <a:avLst/>
          </a:prstGeom>
          <a:ln w="57150">
            <a:solidFill>
              <a:srgbClr val="F5939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66B7737F-330A-2835-C29C-9F12DA624699}"/>
                  </a:ext>
                </a:extLst>
              </p:cNvPr>
              <p:cNvSpPr txBox="1"/>
              <p:nvPr/>
            </p:nvSpPr>
            <p:spPr>
              <a:xfrm>
                <a:off x="12005994" y="24804029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66B7737F-330A-2835-C29C-9F12DA624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5994" y="24804029"/>
                <a:ext cx="1077683" cy="59195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F240672F-5F88-F53E-7293-BA05C6B8CDCD}"/>
              </a:ext>
            </a:extLst>
          </p:cNvPr>
          <p:cNvCxnSpPr>
            <a:cxnSpLocks/>
          </p:cNvCxnSpPr>
          <p:nvPr/>
        </p:nvCxnSpPr>
        <p:spPr>
          <a:xfrm>
            <a:off x="11661278" y="25100007"/>
            <a:ext cx="430619" cy="0"/>
          </a:xfrm>
          <a:prstGeom prst="line">
            <a:avLst/>
          </a:prstGeom>
          <a:ln w="57150">
            <a:solidFill>
              <a:srgbClr val="9DB7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E602E53-A4FE-CA09-4784-ADE98A87D34A}"/>
                  </a:ext>
                </a:extLst>
              </p:cNvPr>
              <p:cNvSpPr txBox="1"/>
              <p:nvPr/>
            </p:nvSpPr>
            <p:spPr>
              <a:xfrm>
                <a:off x="11980594" y="25338224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E602E53-A4FE-CA09-4784-ADE98A87D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594" y="25338224"/>
                <a:ext cx="1077683" cy="59195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BC4546D9-2565-8435-A512-2C3055960BEC}"/>
              </a:ext>
            </a:extLst>
          </p:cNvPr>
          <p:cNvCxnSpPr>
            <a:cxnSpLocks/>
          </p:cNvCxnSpPr>
          <p:nvPr/>
        </p:nvCxnSpPr>
        <p:spPr>
          <a:xfrm>
            <a:off x="11661278" y="25634202"/>
            <a:ext cx="430619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2E2FD93-03F5-1E77-C4F4-3A6C6AD0910D}"/>
                  </a:ext>
                </a:extLst>
              </p:cNvPr>
              <p:cNvSpPr txBox="1"/>
              <p:nvPr/>
            </p:nvSpPr>
            <p:spPr>
              <a:xfrm>
                <a:off x="13358544" y="24277774"/>
                <a:ext cx="1077683" cy="576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2E2FD93-03F5-1E77-C4F4-3A6C6AD09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8544" y="24277774"/>
                <a:ext cx="1077683" cy="57688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E3E94C98-18F0-C228-702E-9E25B3E7DA25}"/>
              </a:ext>
            </a:extLst>
          </p:cNvPr>
          <p:cNvCxnSpPr>
            <a:cxnSpLocks/>
          </p:cNvCxnSpPr>
          <p:nvPr/>
        </p:nvCxnSpPr>
        <p:spPr>
          <a:xfrm>
            <a:off x="13013828" y="24569782"/>
            <a:ext cx="430619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D57150B-6503-0DD9-50C0-A50359FE521D}"/>
                  </a:ext>
                </a:extLst>
              </p:cNvPr>
              <p:cNvSpPr txBox="1"/>
              <p:nvPr/>
            </p:nvSpPr>
            <p:spPr>
              <a:xfrm>
                <a:off x="13358544" y="24804029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D57150B-6503-0DD9-50C0-A50359FE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8544" y="24804029"/>
                <a:ext cx="1077683" cy="59195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CFE99924-D2A0-1A59-D0D0-A7965F6C3DAD}"/>
              </a:ext>
            </a:extLst>
          </p:cNvPr>
          <p:cNvCxnSpPr>
            <a:cxnSpLocks/>
          </p:cNvCxnSpPr>
          <p:nvPr/>
        </p:nvCxnSpPr>
        <p:spPr>
          <a:xfrm>
            <a:off x="13013828" y="25100007"/>
            <a:ext cx="430619" cy="0"/>
          </a:xfrm>
          <a:prstGeom prst="line">
            <a:avLst/>
          </a:prstGeom>
          <a:ln w="57150">
            <a:solidFill>
              <a:srgbClr val="0000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B3EB96-586F-8003-CE74-BAF5CCF5BE8F}"/>
                  </a:ext>
                </a:extLst>
              </p:cNvPr>
              <p:cNvSpPr txBox="1"/>
              <p:nvPr/>
            </p:nvSpPr>
            <p:spPr>
              <a:xfrm>
                <a:off x="13333144" y="25338224"/>
                <a:ext cx="1077683" cy="576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B3EB96-586F-8003-CE74-BAF5CCF5B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3144" y="25338224"/>
                <a:ext cx="1077683" cy="5768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D9A8C66C-C674-D6D9-54C1-1B08D3FBF68E}"/>
              </a:ext>
            </a:extLst>
          </p:cNvPr>
          <p:cNvCxnSpPr>
            <a:cxnSpLocks/>
          </p:cNvCxnSpPr>
          <p:nvPr/>
        </p:nvCxnSpPr>
        <p:spPr>
          <a:xfrm>
            <a:off x="13013828" y="25634202"/>
            <a:ext cx="430619" cy="0"/>
          </a:xfrm>
          <a:prstGeom prst="line">
            <a:avLst/>
          </a:prstGeom>
          <a:ln w="57150">
            <a:solidFill>
              <a:srgbClr val="51515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748E3CE1-527D-52D6-9051-F654FA20A740}"/>
              </a:ext>
            </a:extLst>
          </p:cNvPr>
          <p:cNvSpPr txBox="1"/>
          <p:nvPr/>
        </p:nvSpPr>
        <p:spPr>
          <a:xfrm>
            <a:off x="6513656" y="2046937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BB7B64C5-04EB-80D5-3493-CED880359A9A}"/>
              </a:ext>
            </a:extLst>
          </p:cNvPr>
          <p:cNvSpPr txBox="1"/>
          <p:nvPr/>
        </p:nvSpPr>
        <p:spPr>
          <a:xfrm>
            <a:off x="6513656" y="2130139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0.25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212363EC-4D4A-1584-C7EC-351A98B3F678}"/>
              </a:ext>
            </a:extLst>
          </p:cNvPr>
          <p:cNvCxnSpPr>
            <a:cxnSpLocks/>
          </p:cNvCxnSpPr>
          <p:nvPr/>
        </p:nvCxnSpPr>
        <p:spPr>
          <a:xfrm flipH="1">
            <a:off x="5667375" y="22404797"/>
            <a:ext cx="1772644" cy="71913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2B98C75A-2776-728B-EEA0-D09E97A54B9E}"/>
              </a:ext>
            </a:extLst>
          </p:cNvPr>
          <p:cNvSpPr/>
          <p:nvPr/>
        </p:nvSpPr>
        <p:spPr>
          <a:xfrm>
            <a:off x="5669356" y="23097537"/>
            <a:ext cx="8712000" cy="55399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ambria Math" panose="02040503050406030204" pitchFamily="18" charset="0"/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F7A8BC9E-64DD-D139-9119-65B329771193}"/>
              </a:ext>
            </a:extLst>
          </p:cNvPr>
          <p:cNvCxnSpPr>
            <a:cxnSpLocks/>
          </p:cNvCxnSpPr>
          <p:nvPr/>
        </p:nvCxnSpPr>
        <p:spPr>
          <a:xfrm>
            <a:off x="13982700" y="22413600"/>
            <a:ext cx="371475" cy="67223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9F7C5E05-F975-3936-1D48-9433DB0D3E32}"/>
              </a:ext>
            </a:extLst>
          </p:cNvPr>
          <p:cNvSpPr txBox="1"/>
          <p:nvPr/>
        </p:nvSpPr>
        <p:spPr>
          <a:xfrm>
            <a:off x="7168066" y="2239833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E46931E1-740B-8FC4-11DD-E0E7AA56F255}"/>
              </a:ext>
            </a:extLst>
          </p:cNvPr>
          <p:cNvSpPr txBox="1"/>
          <p:nvPr/>
        </p:nvSpPr>
        <p:spPr>
          <a:xfrm>
            <a:off x="6511005" y="2211436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B940FD70-54FA-57B8-764D-9B45F80A37B1}"/>
              </a:ext>
            </a:extLst>
          </p:cNvPr>
          <p:cNvGrpSpPr/>
          <p:nvPr/>
        </p:nvGrpSpPr>
        <p:grpSpPr>
          <a:xfrm>
            <a:off x="3788677" y="20319058"/>
            <a:ext cx="3316972" cy="461665"/>
            <a:chOff x="3672565" y="20481436"/>
            <a:chExt cx="3316972" cy="461665"/>
          </a:xfrm>
        </p:grpSpPr>
        <p:cxnSp>
          <p:nvCxnSpPr>
            <p:cNvPr id="287" name="직선 연결선 286">
              <a:extLst>
                <a:ext uri="{FF2B5EF4-FFF2-40B4-BE49-F238E27FC236}">
                  <a16:creationId xmlns:a16="http://schemas.microsoft.com/office/drawing/2014/main" id="{BAECF895-C530-2F38-80FA-811758CD6772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F9534293-0344-E3C0-CE55-B21B68B45F58}"/>
                </a:ext>
              </a:extLst>
            </p:cNvPr>
            <p:cNvSpPr txBox="1"/>
            <p:nvPr/>
          </p:nvSpPr>
          <p:spPr>
            <a:xfrm>
              <a:off x="4123876" y="20481436"/>
              <a:ext cx="2865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sp>
        <p:nvSpPr>
          <p:cNvPr id="290" name="TextBox 289">
            <a:extLst>
              <a:ext uri="{FF2B5EF4-FFF2-40B4-BE49-F238E27FC236}">
                <a16:creationId xmlns:a16="http://schemas.microsoft.com/office/drawing/2014/main" id="{E62381E0-B6C4-18C7-B285-BE574CC54030}"/>
              </a:ext>
            </a:extLst>
          </p:cNvPr>
          <p:cNvSpPr txBox="1"/>
          <p:nvPr/>
        </p:nvSpPr>
        <p:spPr>
          <a:xfrm>
            <a:off x="8576387" y="2239833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1645871E-8455-50E9-9B32-C4350839334D}"/>
              </a:ext>
            </a:extLst>
          </p:cNvPr>
          <p:cNvSpPr txBox="1"/>
          <p:nvPr/>
        </p:nvSpPr>
        <p:spPr>
          <a:xfrm>
            <a:off x="10223248" y="2239833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FC7D2F6-E9FF-82F9-DCF2-85D06C828A44}"/>
              </a:ext>
            </a:extLst>
          </p:cNvPr>
          <p:cNvSpPr txBox="1"/>
          <p:nvPr/>
        </p:nvSpPr>
        <p:spPr>
          <a:xfrm>
            <a:off x="11904966" y="2239833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9E573A6E-826B-2A0B-BFE1-48C035066CB1}"/>
              </a:ext>
            </a:extLst>
          </p:cNvPr>
          <p:cNvSpPr txBox="1"/>
          <p:nvPr/>
        </p:nvSpPr>
        <p:spPr>
          <a:xfrm>
            <a:off x="13323160" y="2239833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100</a:t>
            </a:r>
            <a:endParaRPr lang="ko-KR" altLang="en-US" sz="2000" dirty="0">
              <a:latin typeface="Cambria Math" panose="02040503050406030204" pitchFamily="18" charset="0"/>
            </a:endParaRPr>
          </a:p>
        </p:txBody>
      </p: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FF9EC1EB-FCF9-8D7B-1333-E884AC6E20F9}"/>
              </a:ext>
            </a:extLst>
          </p:cNvPr>
          <p:cNvGrpSpPr/>
          <p:nvPr/>
        </p:nvGrpSpPr>
        <p:grpSpPr>
          <a:xfrm>
            <a:off x="3772776" y="14458086"/>
            <a:ext cx="3294774" cy="461665"/>
            <a:chOff x="3672565" y="20481436"/>
            <a:chExt cx="3294774" cy="461665"/>
          </a:xfrm>
        </p:grpSpPr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BAC6FB8D-E612-2BAB-3536-D507CFA91D85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8E65B3CE-744E-759F-AFC3-99AC9285A4E3}"/>
                </a:ext>
              </a:extLst>
            </p:cNvPr>
            <p:cNvSpPr txBox="1"/>
            <p:nvPr/>
          </p:nvSpPr>
          <p:spPr>
            <a:xfrm>
              <a:off x="4123877" y="20481436"/>
              <a:ext cx="2843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6A4535-C2A4-6BE5-887D-F87257DC0449}"/>
              </a:ext>
            </a:extLst>
          </p:cNvPr>
          <p:cNvSpPr/>
          <p:nvPr/>
        </p:nvSpPr>
        <p:spPr>
          <a:xfrm>
            <a:off x="11489828" y="4703907"/>
            <a:ext cx="2807013" cy="11722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2984D28-505E-3EFE-1E26-E54D5B1FD550}"/>
              </a:ext>
            </a:extLst>
          </p:cNvPr>
          <p:cNvCxnSpPr>
            <a:cxnSpLocks/>
          </p:cNvCxnSpPr>
          <p:nvPr/>
        </p:nvCxnSpPr>
        <p:spPr>
          <a:xfrm>
            <a:off x="11674409" y="5034041"/>
            <a:ext cx="853440" cy="0"/>
          </a:xfrm>
          <a:prstGeom prst="line">
            <a:avLst/>
          </a:prstGeom>
          <a:ln w="76200">
            <a:solidFill>
              <a:srgbClr val="0061E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7A6EBB-45CA-0544-D4FB-2179DB7C7EC4}"/>
              </a:ext>
            </a:extLst>
          </p:cNvPr>
          <p:cNvSpPr txBox="1"/>
          <p:nvPr/>
        </p:nvSpPr>
        <p:spPr>
          <a:xfrm>
            <a:off x="12733575" y="4787820"/>
            <a:ext cx="131003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desired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190B0-A5AA-8505-46A2-6EA775844D5F}"/>
              </a:ext>
            </a:extLst>
          </p:cNvPr>
          <p:cNvSpPr txBox="1"/>
          <p:nvPr/>
        </p:nvSpPr>
        <p:spPr>
          <a:xfrm>
            <a:off x="12733575" y="5315866"/>
            <a:ext cx="105958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actual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B5266F2-B763-0081-AB60-C5F91D7E22D7}"/>
              </a:ext>
            </a:extLst>
          </p:cNvPr>
          <p:cNvCxnSpPr>
            <a:cxnSpLocks/>
          </p:cNvCxnSpPr>
          <p:nvPr/>
        </p:nvCxnSpPr>
        <p:spPr>
          <a:xfrm>
            <a:off x="11665759" y="5562087"/>
            <a:ext cx="862090" cy="0"/>
          </a:xfrm>
          <a:prstGeom prst="line">
            <a:avLst/>
          </a:prstGeom>
          <a:ln w="76200">
            <a:solidFill>
              <a:srgbClr val="FA2C0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89A3BECC-F840-EFD5-C9D6-F4EDB915035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53569" y="20574000"/>
            <a:ext cx="6567231" cy="183701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52AA71B-4244-78B3-CE30-5777E59892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811173" y="6262346"/>
            <a:ext cx="13290432" cy="237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4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>
            <a:extLst>
              <a:ext uri="{FF2B5EF4-FFF2-40B4-BE49-F238E27FC236}">
                <a16:creationId xmlns:a16="http://schemas.microsoft.com/office/drawing/2014/main" id="{443E2B99-1EDF-84A9-3DA7-0E5A7ABD96EA}"/>
              </a:ext>
            </a:extLst>
          </p:cNvPr>
          <p:cNvSpPr/>
          <p:nvPr/>
        </p:nvSpPr>
        <p:spPr>
          <a:xfrm>
            <a:off x="-1" y="2612571"/>
            <a:ext cx="16589829" cy="28150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5837A2CB-712E-0D5E-0A9E-356E56D26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74" y="10362222"/>
            <a:ext cx="10882102" cy="5035903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10B90D15-09B1-CB9E-4CDB-3097AF673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083" y="5895919"/>
            <a:ext cx="10918481" cy="3970968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08C6BFC-E0A0-B997-913C-672FA141E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174" y="15928349"/>
            <a:ext cx="10894653" cy="601427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2AF66DC-F84E-53A5-F3E7-14CB53E62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6174" y="22496783"/>
            <a:ext cx="10864744" cy="4775560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F9B78FEF-E620-18EB-7732-CFD959EB6BFC}"/>
              </a:ext>
            </a:extLst>
          </p:cNvPr>
          <p:cNvSpPr/>
          <p:nvPr/>
        </p:nvSpPr>
        <p:spPr>
          <a:xfrm>
            <a:off x="11489828" y="4551073"/>
            <a:ext cx="2807013" cy="11722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4B13399-1B05-AA17-7AC4-3D12A565CC9D}"/>
              </a:ext>
            </a:extLst>
          </p:cNvPr>
          <p:cNvCxnSpPr>
            <a:cxnSpLocks/>
          </p:cNvCxnSpPr>
          <p:nvPr/>
        </p:nvCxnSpPr>
        <p:spPr>
          <a:xfrm>
            <a:off x="11674409" y="4881207"/>
            <a:ext cx="853440" cy="0"/>
          </a:xfrm>
          <a:prstGeom prst="line">
            <a:avLst/>
          </a:prstGeom>
          <a:ln w="76200">
            <a:solidFill>
              <a:srgbClr val="0061E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342B436-22DF-71DB-475F-4B60AAA298CF}"/>
              </a:ext>
            </a:extLst>
          </p:cNvPr>
          <p:cNvSpPr txBox="1"/>
          <p:nvPr/>
        </p:nvSpPr>
        <p:spPr>
          <a:xfrm>
            <a:off x="12733575" y="4634986"/>
            <a:ext cx="131003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desired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E10DBF-05C5-36EA-1DE1-F32290CE7C60}"/>
              </a:ext>
            </a:extLst>
          </p:cNvPr>
          <p:cNvSpPr txBox="1"/>
          <p:nvPr/>
        </p:nvSpPr>
        <p:spPr>
          <a:xfrm>
            <a:off x="12733575" y="5163032"/>
            <a:ext cx="105958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actual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8F8DB3D-A002-0A1A-36E5-A4282995F5FC}"/>
              </a:ext>
            </a:extLst>
          </p:cNvPr>
          <p:cNvCxnSpPr>
            <a:cxnSpLocks/>
          </p:cNvCxnSpPr>
          <p:nvPr/>
        </p:nvCxnSpPr>
        <p:spPr>
          <a:xfrm>
            <a:off x="11665759" y="5409253"/>
            <a:ext cx="862090" cy="0"/>
          </a:xfrm>
          <a:prstGeom prst="line">
            <a:avLst/>
          </a:prstGeom>
          <a:ln w="76200">
            <a:solidFill>
              <a:srgbClr val="FA2C0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54D7B47-6668-4F3E-6764-6076B5A43774}"/>
              </a:ext>
            </a:extLst>
          </p:cNvPr>
          <p:cNvSpPr txBox="1"/>
          <p:nvPr/>
        </p:nvSpPr>
        <p:spPr>
          <a:xfrm>
            <a:off x="8222074" y="5409914"/>
            <a:ext cx="143346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C4D982-940B-98A1-9023-7828FAD4B592}"/>
              </a:ext>
            </a:extLst>
          </p:cNvPr>
          <p:cNvSpPr txBox="1"/>
          <p:nvPr/>
        </p:nvSpPr>
        <p:spPr>
          <a:xfrm>
            <a:off x="2601774" y="578514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328544-F026-6925-9569-1E4452BB8377}"/>
              </a:ext>
            </a:extLst>
          </p:cNvPr>
          <p:cNvSpPr txBox="1"/>
          <p:nvPr/>
        </p:nvSpPr>
        <p:spPr>
          <a:xfrm>
            <a:off x="2601774" y="619154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742CCC-9CFA-CA7C-E1B3-378AF2AB9B41}"/>
              </a:ext>
            </a:extLst>
          </p:cNvPr>
          <p:cNvSpPr txBox="1"/>
          <p:nvPr/>
        </p:nvSpPr>
        <p:spPr>
          <a:xfrm>
            <a:off x="2601774" y="659794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DF39C9-9210-3848-3AC7-F470AADA72ED}"/>
              </a:ext>
            </a:extLst>
          </p:cNvPr>
          <p:cNvSpPr txBox="1"/>
          <p:nvPr/>
        </p:nvSpPr>
        <p:spPr>
          <a:xfrm>
            <a:off x="2601774" y="718849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3D241D-8EF7-50F4-1788-F865B8400CD4}"/>
              </a:ext>
            </a:extLst>
          </p:cNvPr>
          <p:cNvSpPr txBox="1"/>
          <p:nvPr/>
        </p:nvSpPr>
        <p:spPr>
          <a:xfrm>
            <a:off x="2601774" y="759489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0F79A96-4362-B505-38CA-C0097ED334CE}"/>
              </a:ext>
            </a:extLst>
          </p:cNvPr>
          <p:cNvSpPr txBox="1"/>
          <p:nvPr/>
        </p:nvSpPr>
        <p:spPr>
          <a:xfrm>
            <a:off x="2601774" y="800129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295E59D-A951-1FEE-7031-8AD38E780434}"/>
              </a:ext>
            </a:extLst>
          </p:cNvPr>
          <p:cNvSpPr txBox="1"/>
          <p:nvPr/>
        </p:nvSpPr>
        <p:spPr>
          <a:xfrm>
            <a:off x="2601774" y="852834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9345C9F-7684-6A57-C6D7-9F47E2B8BCAF}"/>
              </a:ext>
            </a:extLst>
          </p:cNvPr>
          <p:cNvSpPr txBox="1"/>
          <p:nvPr/>
        </p:nvSpPr>
        <p:spPr>
          <a:xfrm>
            <a:off x="2601774" y="893474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-0.8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EB5B7B-7AA9-4132-5B60-95067FE973C0}"/>
              </a:ext>
            </a:extLst>
          </p:cNvPr>
          <p:cNvSpPr txBox="1"/>
          <p:nvPr/>
        </p:nvSpPr>
        <p:spPr>
          <a:xfrm>
            <a:off x="2601774" y="934114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-1.3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3DADC5-7F47-EE30-979B-FF52C6538A64}"/>
              </a:ext>
            </a:extLst>
          </p:cNvPr>
          <p:cNvSpPr txBox="1"/>
          <p:nvPr/>
        </p:nvSpPr>
        <p:spPr>
          <a:xfrm>
            <a:off x="8220471" y="9865848"/>
            <a:ext cx="143667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Attitude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847840F-5EF4-3FFB-002B-D9F7E67F9B9D}"/>
              </a:ext>
            </a:extLst>
          </p:cNvPr>
          <p:cNvSpPr txBox="1"/>
          <p:nvPr/>
        </p:nvSpPr>
        <p:spPr>
          <a:xfrm>
            <a:off x="2601774" y="1023122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BEE049A-CBA2-A708-DB71-FD23EEADB2D0}"/>
              </a:ext>
            </a:extLst>
          </p:cNvPr>
          <p:cNvSpPr txBox="1"/>
          <p:nvPr/>
        </p:nvSpPr>
        <p:spPr>
          <a:xfrm>
            <a:off x="2601774" y="1063762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9C6DC95-642F-F279-32A4-703668622267}"/>
              </a:ext>
            </a:extLst>
          </p:cNvPr>
          <p:cNvSpPr txBox="1"/>
          <p:nvPr/>
        </p:nvSpPr>
        <p:spPr>
          <a:xfrm>
            <a:off x="2601774" y="1104402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C5CE12D-FC10-55F0-A1DF-AD2810141F2A}"/>
              </a:ext>
            </a:extLst>
          </p:cNvPr>
          <p:cNvSpPr txBox="1"/>
          <p:nvPr/>
        </p:nvSpPr>
        <p:spPr>
          <a:xfrm>
            <a:off x="2601774" y="1154117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53DCC89-F19A-7914-CE0C-47C0D29BA87F}"/>
              </a:ext>
            </a:extLst>
          </p:cNvPr>
          <p:cNvSpPr txBox="1"/>
          <p:nvPr/>
        </p:nvSpPr>
        <p:spPr>
          <a:xfrm>
            <a:off x="2601774" y="1194757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46EA386-0059-B174-AE5D-A106DB5E5FFC}"/>
              </a:ext>
            </a:extLst>
          </p:cNvPr>
          <p:cNvSpPr txBox="1"/>
          <p:nvPr/>
        </p:nvSpPr>
        <p:spPr>
          <a:xfrm>
            <a:off x="2601774" y="1235397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5305C0E-9F85-DCE6-DE7C-43BC9F5F0EB3}"/>
              </a:ext>
            </a:extLst>
          </p:cNvPr>
          <p:cNvSpPr txBox="1"/>
          <p:nvPr/>
        </p:nvSpPr>
        <p:spPr>
          <a:xfrm>
            <a:off x="2601774" y="1280863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BE893D3-EEAE-699E-873E-337B2FD2C0E8}"/>
              </a:ext>
            </a:extLst>
          </p:cNvPr>
          <p:cNvSpPr txBox="1"/>
          <p:nvPr/>
        </p:nvSpPr>
        <p:spPr>
          <a:xfrm>
            <a:off x="2601774" y="1321503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F02DA8F-68B3-F6C5-4547-D3DD45C9E9AB}"/>
              </a:ext>
            </a:extLst>
          </p:cNvPr>
          <p:cNvSpPr txBox="1"/>
          <p:nvPr/>
        </p:nvSpPr>
        <p:spPr>
          <a:xfrm>
            <a:off x="2601774" y="1362143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08768D4-09EF-8147-550B-5728D1F24D73}"/>
              </a:ext>
            </a:extLst>
          </p:cNvPr>
          <p:cNvSpPr txBox="1"/>
          <p:nvPr/>
        </p:nvSpPr>
        <p:spPr>
          <a:xfrm>
            <a:off x="2601774" y="1412676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43A3FB6-683D-F0B0-8DC7-1BDEDDA2FDFB}"/>
              </a:ext>
            </a:extLst>
          </p:cNvPr>
          <p:cNvSpPr txBox="1"/>
          <p:nvPr/>
        </p:nvSpPr>
        <p:spPr>
          <a:xfrm>
            <a:off x="2601774" y="1453316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4FDF587-A848-09E0-D521-2D1FD20C6058}"/>
              </a:ext>
            </a:extLst>
          </p:cNvPr>
          <p:cNvSpPr txBox="1"/>
          <p:nvPr/>
        </p:nvSpPr>
        <p:spPr>
          <a:xfrm>
            <a:off x="2601774" y="1495861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D224368-CA87-DF8C-8303-C9A03C74A98D}"/>
              </a:ext>
            </a:extLst>
          </p:cNvPr>
          <p:cNvSpPr txBox="1"/>
          <p:nvPr/>
        </p:nvSpPr>
        <p:spPr>
          <a:xfrm>
            <a:off x="5900124" y="15408870"/>
            <a:ext cx="607736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Disturbance Compensation Torque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0285B61-AAC4-1851-B9E0-985A7F055838}"/>
              </a:ext>
            </a:extLst>
          </p:cNvPr>
          <p:cNvSpPr txBox="1"/>
          <p:nvPr/>
        </p:nvSpPr>
        <p:spPr>
          <a:xfrm>
            <a:off x="2601774" y="158344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DD7BB97-EC3C-6F35-659C-078AC670C1A6}"/>
              </a:ext>
            </a:extLst>
          </p:cNvPr>
          <p:cNvSpPr txBox="1"/>
          <p:nvPr/>
        </p:nvSpPr>
        <p:spPr>
          <a:xfrm>
            <a:off x="2601774" y="162408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31CD335-9C4E-E4D2-A11E-2204BCECD87A}"/>
              </a:ext>
            </a:extLst>
          </p:cNvPr>
          <p:cNvSpPr txBox="1"/>
          <p:nvPr/>
        </p:nvSpPr>
        <p:spPr>
          <a:xfrm>
            <a:off x="2601774" y="166472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1637E7B-9172-F08D-A395-50119057A443}"/>
              </a:ext>
            </a:extLst>
          </p:cNvPr>
          <p:cNvSpPr txBox="1"/>
          <p:nvPr/>
        </p:nvSpPr>
        <p:spPr>
          <a:xfrm>
            <a:off x="2601774" y="1715643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17CE353-E990-7F53-8657-3AC43471826B}"/>
              </a:ext>
            </a:extLst>
          </p:cNvPr>
          <p:cNvSpPr txBox="1"/>
          <p:nvPr/>
        </p:nvSpPr>
        <p:spPr>
          <a:xfrm>
            <a:off x="2601774" y="1756283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58433EE-605C-D203-7082-B6BB40720008}"/>
              </a:ext>
            </a:extLst>
          </p:cNvPr>
          <p:cNvSpPr txBox="1"/>
          <p:nvPr/>
        </p:nvSpPr>
        <p:spPr>
          <a:xfrm>
            <a:off x="2601774" y="1796923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3137530-98DA-1719-EB26-0EA48A299907}"/>
              </a:ext>
            </a:extLst>
          </p:cNvPr>
          <p:cNvSpPr txBox="1"/>
          <p:nvPr/>
        </p:nvSpPr>
        <p:spPr>
          <a:xfrm>
            <a:off x="2601774" y="185343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A8787A5-051F-161D-753D-809BA235E338}"/>
              </a:ext>
            </a:extLst>
          </p:cNvPr>
          <p:cNvSpPr txBox="1"/>
          <p:nvPr/>
        </p:nvSpPr>
        <p:spPr>
          <a:xfrm>
            <a:off x="2601774" y="189407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9A8CFDA-F4FB-E5A8-8CE4-315FF2E912A5}"/>
              </a:ext>
            </a:extLst>
          </p:cNvPr>
          <p:cNvSpPr txBox="1"/>
          <p:nvPr/>
        </p:nvSpPr>
        <p:spPr>
          <a:xfrm>
            <a:off x="2601774" y="193471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5C47B6A-81F6-107A-9C87-E49113A1E9E2}"/>
              </a:ext>
            </a:extLst>
          </p:cNvPr>
          <p:cNvSpPr txBox="1"/>
          <p:nvPr/>
        </p:nvSpPr>
        <p:spPr>
          <a:xfrm>
            <a:off x="2601774" y="1973184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2E954E4-6E32-2F34-6A25-503148521FD9}"/>
              </a:ext>
            </a:extLst>
          </p:cNvPr>
          <p:cNvSpPr txBox="1"/>
          <p:nvPr/>
        </p:nvSpPr>
        <p:spPr>
          <a:xfrm>
            <a:off x="2601774" y="2065211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A932FD4-1F90-8D10-F0B8-02DB14FF433E}"/>
              </a:ext>
            </a:extLst>
          </p:cNvPr>
          <p:cNvSpPr txBox="1"/>
          <p:nvPr/>
        </p:nvSpPr>
        <p:spPr>
          <a:xfrm>
            <a:off x="2601774" y="2156795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45571B9-C46C-1819-26F7-B620C0D6B19D}"/>
              </a:ext>
            </a:extLst>
          </p:cNvPr>
          <p:cNvSpPr txBox="1"/>
          <p:nvPr/>
        </p:nvSpPr>
        <p:spPr>
          <a:xfrm>
            <a:off x="6651515" y="21995980"/>
            <a:ext cx="457458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Center of Mass Estimation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369CDF7-880B-323D-4AD7-692A6782710D}"/>
              </a:ext>
            </a:extLst>
          </p:cNvPr>
          <p:cNvSpPr txBox="1"/>
          <p:nvPr/>
        </p:nvSpPr>
        <p:spPr>
          <a:xfrm>
            <a:off x="3189047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6914D74-E6E2-F9F4-7B2E-95432C9BE74D}"/>
              </a:ext>
            </a:extLst>
          </p:cNvPr>
          <p:cNvSpPr txBox="1"/>
          <p:nvPr/>
        </p:nvSpPr>
        <p:spPr>
          <a:xfrm>
            <a:off x="4317848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B70C09C-9E22-FAC6-2049-69560CC90DB1}"/>
              </a:ext>
            </a:extLst>
          </p:cNvPr>
          <p:cNvSpPr txBox="1"/>
          <p:nvPr/>
        </p:nvSpPr>
        <p:spPr>
          <a:xfrm>
            <a:off x="5446649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20DBABC-3AE9-DF59-8D6C-97A412920165}"/>
              </a:ext>
            </a:extLst>
          </p:cNvPr>
          <p:cNvSpPr txBox="1"/>
          <p:nvPr/>
        </p:nvSpPr>
        <p:spPr>
          <a:xfrm>
            <a:off x="6575450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5F7AD96-2275-0C2E-859E-64366AAA0AE0}"/>
              </a:ext>
            </a:extLst>
          </p:cNvPr>
          <p:cNvSpPr txBox="1"/>
          <p:nvPr/>
        </p:nvSpPr>
        <p:spPr>
          <a:xfrm>
            <a:off x="7704251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17DE6A1-4C44-B1FF-08E6-F9D6809F97DE}"/>
              </a:ext>
            </a:extLst>
          </p:cNvPr>
          <p:cNvSpPr txBox="1"/>
          <p:nvPr/>
        </p:nvSpPr>
        <p:spPr>
          <a:xfrm>
            <a:off x="8833052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100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5E5E359-BD16-A7E4-6F44-E0B2430C1375}"/>
              </a:ext>
            </a:extLst>
          </p:cNvPr>
          <p:cNvSpPr txBox="1"/>
          <p:nvPr/>
        </p:nvSpPr>
        <p:spPr>
          <a:xfrm>
            <a:off x="7523665" y="27642803"/>
            <a:ext cx="2830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(sec)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808CB173-F183-21E2-29AF-D36E9816CCB7}"/>
              </a:ext>
            </a:extLst>
          </p:cNvPr>
          <p:cNvSpPr/>
          <p:nvPr/>
        </p:nvSpPr>
        <p:spPr>
          <a:xfrm>
            <a:off x="11464428" y="22518061"/>
            <a:ext cx="2874281" cy="1181871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C0F2F2C-8744-9BE7-447A-43C266DBD5DE}"/>
                  </a:ext>
                </a:extLst>
              </p:cNvPr>
              <p:cNvSpPr txBox="1"/>
              <p:nvPr/>
            </p:nvSpPr>
            <p:spPr>
              <a:xfrm>
                <a:off x="11980594" y="22526080"/>
                <a:ext cx="1077683" cy="584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C0F2F2C-8744-9BE7-447A-43C266DBD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594" y="22526080"/>
                <a:ext cx="1077683" cy="5840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C5CF0D36-C7B5-6C9B-8170-9E6DEAACABC1}"/>
              </a:ext>
            </a:extLst>
          </p:cNvPr>
          <p:cNvCxnSpPr>
            <a:cxnSpLocks/>
          </p:cNvCxnSpPr>
          <p:nvPr/>
        </p:nvCxnSpPr>
        <p:spPr>
          <a:xfrm>
            <a:off x="11635878" y="22818088"/>
            <a:ext cx="430619" cy="0"/>
          </a:xfrm>
          <a:prstGeom prst="line">
            <a:avLst/>
          </a:prstGeom>
          <a:ln w="57150">
            <a:solidFill>
              <a:srgbClr val="FF747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48C9507-9ED8-3AF5-15C4-FA6F2B42C087}"/>
                  </a:ext>
                </a:extLst>
              </p:cNvPr>
              <p:cNvSpPr txBox="1"/>
              <p:nvPr/>
            </p:nvSpPr>
            <p:spPr>
              <a:xfrm>
                <a:off x="11980594" y="23052335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48C9507-9ED8-3AF5-15C4-FA6F2B42C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594" y="23052335"/>
                <a:ext cx="1077683" cy="5919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A745C533-DB8B-228C-FEE8-1E0356B5D183}"/>
              </a:ext>
            </a:extLst>
          </p:cNvPr>
          <p:cNvCxnSpPr>
            <a:cxnSpLocks/>
          </p:cNvCxnSpPr>
          <p:nvPr/>
        </p:nvCxnSpPr>
        <p:spPr>
          <a:xfrm>
            <a:off x="11635878" y="23348313"/>
            <a:ext cx="430619" cy="0"/>
          </a:xfrm>
          <a:prstGeom prst="line">
            <a:avLst/>
          </a:prstGeom>
          <a:ln w="57150">
            <a:solidFill>
              <a:srgbClr val="7096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467CEA78-5A81-B7C8-F4FB-C0B95E9B7F57}"/>
                  </a:ext>
                </a:extLst>
              </p:cNvPr>
              <p:cNvSpPr txBox="1"/>
              <p:nvPr/>
            </p:nvSpPr>
            <p:spPr>
              <a:xfrm>
                <a:off x="13333144" y="22526080"/>
                <a:ext cx="1077683" cy="576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467CEA78-5A81-B7C8-F4FB-C0B95E9B7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3144" y="22526080"/>
                <a:ext cx="1077683" cy="5768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798C4826-85D6-FA1A-3CA6-4149EBF3085E}"/>
              </a:ext>
            </a:extLst>
          </p:cNvPr>
          <p:cNvCxnSpPr>
            <a:cxnSpLocks/>
          </p:cNvCxnSpPr>
          <p:nvPr/>
        </p:nvCxnSpPr>
        <p:spPr>
          <a:xfrm>
            <a:off x="12988428" y="22818088"/>
            <a:ext cx="430619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CDC20FB-0B24-DABF-D117-D944B89482B0}"/>
                  </a:ext>
                </a:extLst>
              </p:cNvPr>
              <p:cNvSpPr txBox="1"/>
              <p:nvPr/>
            </p:nvSpPr>
            <p:spPr>
              <a:xfrm>
                <a:off x="13333144" y="23052335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CDC20FB-0B24-DABF-D117-D944B8948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3144" y="23052335"/>
                <a:ext cx="1077683" cy="5919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49C3BFF6-3FC4-F025-29F1-FFEABB041A35}"/>
              </a:ext>
            </a:extLst>
          </p:cNvPr>
          <p:cNvCxnSpPr>
            <a:cxnSpLocks/>
          </p:cNvCxnSpPr>
          <p:nvPr/>
        </p:nvCxnSpPr>
        <p:spPr>
          <a:xfrm>
            <a:off x="12988428" y="23348313"/>
            <a:ext cx="430619" cy="0"/>
          </a:xfrm>
          <a:prstGeom prst="line">
            <a:avLst/>
          </a:prstGeom>
          <a:ln w="57150">
            <a:solidFill>
              <a:srgbClr val="0000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28DCBE26-7D38-D30F-90FF-4396D6281067}"/>
              </a:ext>
            </a:extLst>
          </p:cNvPr>
          <p:cNvGrpSpPr/>
          <p:nvPr/>
        </p:nvGrpSpPr>
        <p:grpSpPr>
          <a:xfrm>
            <a:off x="11631050" y="14249880"/>
            <a:ext cx="2665791" cy="461665"/>
            <a:chOff x="3672565" y="20481436"/>
            <a:chExt cx="3259684" cy="461665"/>
          </a:xfrm>
        </p:grpSpPr>
        <p:cxnSp>
          <p:nvCxnSpPr>
            <p:cNvPr id="273" name="직선 연결선 272">
              <a:extLst>
                <a:ext uri="{FF2B5EF4-FFF2-40B4-BE49-F238E27FC236}">
                  <a16:creationId xmlns:a16="http://schemas.microsoft.com/office/drawing/2014/main" id="{44AF48EF-8EE7-54D1-FDFA-1280E16B82D4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3D53BD79-1604-02D8-604B-AE96B1ECC5D4}"/>
                </a:ext>
              </a:extLst>
            </p:cNvPr>
            <p:cNvSpPr txBox="1"/>
            <p:nvPr/>
          </p:nvSpPr>
          <p:spPr>
            <a:xfrm>
              <a:off x="4123877" y="20481436"/>
              <a:ext cx="2808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sp>
        <p:nvSpPr>
          <p:cNvPr id="332" name="TextBox 331">
            <a:extLst>
              <a:ext uri="{FF2B5EF4-FFF2-40B4-BE49-F238E27FC236}">
                <a16:creationId xmlns:a16="http://schemas.microsoft.com/office/drawing/2014/main" id="{BE2D884B-0E04-9DB5-C723-530DB815816E}"/>
              </a:ext>
            </a:extLst>
          </p:cNvPr>
          <p:cNvSpPr txBox="1"/>
          <p:nvPr/>
        </p:nvSpPr>
        <p:spPr>
          <a:xfrm>
            <a:off x="9961853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D59B5CEF-6D7C-1F1B-1D94-4651ADF04634}"/>
              </a:ext>
            </a:extLst>
          </p:cNvPr>
          <p:cNvSpPr txBox="1"/>
          <p:nvPr/>
        </p:nvSpPr>
        <p:spPr>
          <a:xfrm>
            <a:off x="11090654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F88778D-071B-350F-0D88-6A39A66E4593}"/>
              </a:ext>
            </a:extLst>
          </p:cNvPr>
          <p:cNvSpPr txBox="1"/>
          <p:nvPr/>
        </p:nvSpPr>
        <p:spPr>
          <a:xfrm>
            <a:off x="12219455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0182834-CD3B-DC20-5906-A56B4E25E345}"/>
              </a:ext>
            </a:extLst>
          </p:cNvPr>
          <p:cNvSpPr txBox="1"/>
          <p:nvPr/>
        </p:nvSpPr>
        <p:spPr>
          <a:xfrm>
            <a:off x="13348253" y="272137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763F3BA-B34F-D70E-F3D3-82FEC95363D3}"/>
              </a:ext>
            </a:extLst>
          </p:cNvPr>
          <p:cNvSpPr txBox="1"/>
          <p:nvPr/>
        </p:nvSpPr>
        <p:spPr>
          <a:xfrm>
            <a:off x="2601774" y="2237853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793016F6-401D-B86D-1554-C31CE86223FB}"/>
              </a:ext>
            </a:extLst>
          </p:cNvPr>
          <p:cNvSpPr txBox="1"/>
          <p:nvPr/>
        </p:nvSpPr>
        <p:spPr>
          <a:xfrm>
            <a:off x="2601774" y="2287383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FBE2E729-F75F-52A2-0A71-D5DC0A519ECA}"/>
              </a:ext>
            </a:extLst>
          </p:cNvPr>
          <p:cNvSpPr txBox="1"/>
          <p:nvPr/>
        </p:nvSpPr>
        <p:spPr>
          <a:xfrm>
            <a:off x="2601774" y="2336913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-6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A900A3A6-8072-2A30-0018-98319B9095CA}"/>
              </a:ext>
            </a:extLst>
          </p:cNvPr>
          <p:cNvSpPr txBox="1"/>
          <p:nvPr/>
        </p:nvSpPr>
        <p:spPr>
          <a:xfrm>
            <a:off x="2601774" y="2539601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0CF58EB6-D3B7-85C9-48E9-C8488AE821EF}"/>
              </a:ext>
            </a:extLst>
          </p:cNvPr>
          <p:cNvSpPr txBox="1"/>
          <p:nvPr/>
        </p:nvSpPr>
        <p:spPr>
          <a:xfrm>
            <a:off x="2601774" y="2614804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B7DF91ED-E94B-339D-F734-B9A5E1557803}"/>
              </a:ext>
            </a:extLst>
          </p:cNvPr>
          <p:cNvSpPr txBox="1"/>
          <p:nvPr/>
        </p:nvSpPr>
        <p:spPr>
          <a:xfrm>
            <a:off x="2601774" y="269191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grpSp>
        <p:nvGrpSpPr>
          <p:cNvPr id="349" name="그룹 348">
            <a:extLst>
              <a:ext uri="{FF2B5EF4-FFF2-40B4-BE49-F238E27FC236}">
                <a16:creationId xmlns:a16="http://schemas.microsoft.com/office/drawing/2014/main" id="{D2B354E9-848B-07E7-E257-B01B0B590E96}"/>
              </a:ext>
            </a:extLst>
          </p:cNvPr>
          <p:cNvGrpSpPr/>
          <p:nvPr/>
        </p:nvGrpSpPr>
        <p:grpSpPr>
          <a:xfrm>
            <a:off x="11640035" y="19982586"/>
            <a:ext cx="2656806" cy="461665"/>
            <a:chOff x="3672565" y="20481436"/>
            <a:chExt cx="3409464" cy="461665"/>
          </a:xfrm>
        </p:grpSpPr>
        <p:cxnSp>
          <p:nvCxnSpPr>
            <p:cNvPr id="350" name="직선 연결선 349">
              <a:extLst>
                <a:ext uri="{FF2B5EF4-FFF2-40B4-BE49-F238E27FC236}">
                  <a16:creationId xmlns:a16="http://schemas.microsoft.com/office/drawing/2014/main" id="{22225635-7753-7E38-A89F-63F1339A5EA2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148A064-1347-84E2-A7F6-27D95371E26D}"/>
                </a:ext>
              </a:extLst>
            </p:cNvPr>
            <p:cNvSpPr txBox="1"/>
            <p:nvPr/>
          </p:nvSpPr>
          <p:spPr>
            <a:xfrm>
              <a:off x="4123876" y="20481436"/>
              <a:ext cx="29581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77276534-E1BE-6A94-B595-C0F754146780}"/>
              </a:ext>
            </a:extLst>
          </p:cNvPr>
          <p:cNvGrpSpPr/>
          <p:nvPr/>
        </p:nvGrpSpPr>
        <p:grpSpPr>
          <a:xfrm>
            <a:off x="11620986" y="25716215"/>
            <a:ext cx="2675856" cy="461665"/>
            <a:chOff x="3672565" y="20481436"/>
            <a:chExt cx="3325592" cy="461665"/>
          </a:xfrm>
        </p:grpSpPr>
        <p:cxnSp>
          <p:nvCxnSpPr>
            <p:cNvPr id="365" name="직선 연결선 364">
              <a:extLst>
                <a:ext uri="{FF2B5EF4-FFF2-40B4-BE49-F238E27FC236}">
                  <a16:creationId xmlns:a16="http://schemas.microsoft.com/office/drawing/2014/main" id="{C36DED07-D4C0-4638-1F9B-98F3382ACAEC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3E18DD2-40CF-912A-9180-D910E0E25402}"/>
                </a:ext>
              </a:extLst>
            </p:cNvPr>
            <p:cNvSpPr txBox="1"/>
            <p:nvPr/>
          </p:nvSpPr>
          <p:spPr>
            <a:xfrm>
              <a:off x="4123877" y="20481436"/>
              <a:ext cx="28742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sp>
        <p:nvSpPr>
          <p:cNvPr id="369" name="TextBox 368">
            <a:extLst>
              <a:ext uri="{FF2B5EF4-FFF2-40B4-BE49-F238E27FC236}">
                <a16:creationId xmlns:a16="http://schemas.microsoft.com/office/drawing/2014/main" id="{A06783AB-C1CB-12C7-71D6-ADD5D79C6C24}"/>
              </a:ext>
            </a:extLst>
          </p:cNvPr>
          <p:cNvSpPr txBox="1"/>
          <p:nvPr/>
        </p:nvSpPr>
        <p:spPr>
          <a:xfrm>
            <a:off x="2601774" y="2395968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BCD2FAE7-9A33-6564-ACFE-08FBAE4A1743}"/>
              </a:ext>
            </a:extLst>
          </p:cNvPr>
          <p:cNvSpPr txBox="1"/>
          <p:nvPr/>
        </p:nvSpPr>
        <p:spPr>
          <a:xfrm>
            <a:off x="2601774" y="2445498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4CCC6A1D-A957-07DC-7C8C-BCE543DAAF64}"/>
              </a:ext>
            </a:extLst>
          </p:cNvPr>
          <p:cNvSpPr txBox="1"/>
          <p:nvPr/>
        </p:nvSpPr>
        <p:spPr>
          <a:xfrm>
            <a:off x="2601774" y="2495028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-8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5B3885A7-FDFF-4484-389D-374F0797515B}"/>
              </a:ext>
            </a:extLst>
          </p:cNvPr>
          <p:cNvSpPr/>
          <p:nvPr/>
        </p:nvSpPr>
        <p:spPr>
          <a:xfrm>
            <a:off x="11450925" y="24076395"/>
            <a:ext cx="2874281" cy="591958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1835886-C0EA-6252-20C1-952441957E02}"/>
                  </a:ext>
                </a:extLst>
              </p:cNvPr>
              <p:cNvSpPr txBox="1"/>
              <p:nvPr/>
            </p:nvSpPr>
            <p:spPr>
              <a:xfrm>
                <a:off x="11965140" y="24076396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1835886-C0EA-6252-20C1-952441957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5140" y="24076396"/>
                <a:ext cx="1077683" cy="5919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962D2CF3-C4D0-2EE7-8DB4-26B3018FD5F4}"/>
              </a:ext>
            </a:extLst>
          </p:cNvPr>
          <p:cNvCxnSpPr>
            <a:cxnSpLocks/>
          </p:cNvCxnSpPr>
          <p:nvPr/>
        </p:nvCxnSpPr>
        <p:spPr>
          <a:xfrm>
            <a:off x="11645824" y="24372374"/>
            <a:ext cx="430619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479AD97-CD5A-81A8-F721-F61F08119547}"/>
                  </a:ext>
                </a:extLst>
              </p:cNvPr>
              <p:cNvSpPr txBox="1"/>
              <p:nvPr/>
            </p:nvSpPr>
            <p:spPr>
              <a:xfrm>
                <a:off x="13317690" y="24083930"/>
                <a:ext cx="1077683" cy="576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479AD97-CD5A-81A8-F721-F61F08119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7690" y="24083930"/>
                <a:ext cx="1077683" cy="5768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E59D327-9F5A-1374-EC64-3CB4604BAF57}"/>
              </a:ext>
            </a:extLst>
          </p:cNvPr>
          <p:cNvCxnSpPr>
            <a:cxnSpLocks/>
          </p:cNvCxnSpPr>
          <p:nvPr/>
        </p:nvCxnSpPr>
        <p:spPr>
          <a:xfrm>
            <a:off x="12998374" y="24372374"/>
            <a:ext cx="430619" cy="0"/>
          </a:xfrm>
          <a:prstGeom prst="line">
            <a:avLst/>
          </a:prstGeom>
          <a:ln w="57150">
            <a:solidFill>
              <a:srgbClr val="51515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924819-6007-7714-EB31-35EB6F6DE804}"/>
                  </a:ext>
                </a:extLst>
              </p:cNvPr>
              <p:cNvSpPr txBox="1"/>
              <p:nvPr/>
            </p:nvSpPr>
            <p:spPr>
              <a:xfrm>
                <a:off x="1834680" y="6080012"/>
                <a:ext cx="612988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924819-6007-7714-EB31-35EB6F6DE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680" y="6080012"/>
                <a:ext cx="612988" cy="8567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F3B52E-34DB-98D3-8359-52DD7760EC04}"/>
                  </a:ext>
                </a:extLst>
              </p:cNvPr>
              <p:cNvSpPr txBox="1"/>
              <p:nvPr/>
            </p:nvSpPr>
            <p:spPr>
              <a:xfrm>
                <a:off x="1831795" y="7435593"/>
                <a:ext cx="618759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F3B52E-34DB-98D3-8359-52DD7760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795" y="7435593"/>
                <a:ext cx="618759" cy="85677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A6258E-28E8-76B0-1D55-84E89BFEBA11}"/>
                  </a:ext>
                </a:extLst>
              </p:cNvPr>
              <p:cNvSpPr txBox="1"/>
              <p:nvPr/>
            </p:nvSpPr>
            <p:spPr>
              <a:xfrm>
                <a:off x="1847023" y="8756862"/>
                <a:ext cx="588303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A6258E-28E8-76B0-1D55-84E89BFEB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023" y="8756862"/>
                <a:ext cx="588303" cy="85677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54DED9-F60E-D360-92DD-351A4480EACE}"/>
                  </a:ext>
                </a:extLst>
              </p:cNvPr>
              <p:cNvSpPr txBox="1"/>
              <p:nvPr/>
            </p:nvSpPr>
            <p:spPr>
              <a:xfrm>
                <a:off x="1795823" y="10542650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54DED9-F60E-D360-92DD-351A4480E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823" y="10542650"/>
                <a:ext cx="690702" cy="800219"/>
              </a:xfrm>
              <a:prstGeom prst="rect">
                <a:avLst/>
              </a:prstGeom>
              <a:blipFill>
                <a:blip r:embed="rId1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09AF28-E715-A5B7-C29E-E3F136A6F67D}"/>
                  </a:ext>
                </a:extLst>
              </p:cNvPr>
              <p:cNvSpPr txBox="1"/>
              <p:nvPr/>
            </p:nvSpPr>
            <p:spPr>
              <a:xfrm>
                <a:off x="1795823" y="11824465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09AF28-E715-A5B7-C29E-E3F136A6F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823" y="11824465"/>
                <a:ext cx="690702" cy="800219"/>
              </a:xfrm>
              <a:prstGeom prst="rect">
                <a:avLst/>
              </a:prstGeom>
              <a:blipFill>
                <a:blip r:embed="rId17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377F89-B423-0B05-0D31-B8B00FE6D0E5}"/>
                  </a:ext>
                </a:extLst>
              </p:cNvPr>
              <p:cNvSpPr txBox="1"/>
              <p:nvPr/>
            </p:nvSpPr>
            <p:spPr>
              <a:xfrm>
                <a:off x="1795823" y="13094639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377F89-B423-0B05-0D31-B8B00FE6D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823" y="13094639"/>
                <a:ext cx="690702" cy="800219"/>
              </a:xfrm>
              <a:prstGeom prst="rect">
                <a:avLst/>
              </a:prstGeom>
              <a:blipFill>
                <a:blip r:embed="rId18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4EAA82-B1B1-C2F6-2AC2-EC48316984E6}"/>
                  </a:ext>
                </a:extLst>
              </p:cNvPr>
              <p:cNvSpPr txBox="1"/>
              <p:nvPr/>
            </p:nvSpPr>
            <p:spPr>
              <a:xfrm>
                <a:off x="1729427" y="14421313"/>
                <a:ext cx="823494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4EAA82-B1B1-C2F6-2AC2-EC4831698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427" y="14421313"/>
                <a:ext cx="823494" cy="800219"/>
              </a:xfrm>
              <a:prstGeom prst="rect">
                <a:avLst/>
              </a:prstGeom>
              <a:blipFill>
                <a:blip r:embed="rId19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573A8B-AA5B-E4DD-D8A6-C7BFBBAD45CD}"/>
                  </a:ext>
                </a:extLst>
              </p:cNvPr>
              <p:cNvSpPr txBox="1"/>
              <p:nvPr/>
            </p:nvSpPr>
            <p:spPr>
              <a:xfrm>
                <a:off x="1592530" y="16036530"/>
                <a:ext cx="1097288" cy="932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573A8B-AA5B-E4DD-D8A6-C7BFBBAD4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30" y="16036530"/>
                <a:ext cx="1097288" cy="932948"/>
              </a:xfrm>
              <a:prstGeom prst="rect">
                <a:avLst/>
              </a:prstGeom>
              <a:blipFill>
                <a:blip r:embed="rId2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01513F-7EEF-2907-4309-8FE05D62003D}"/>
                  </a:ext>
                </a:extLst>
              </p:cNvPr>
              <p:cNvSpPr txBox="1"/>
              <p:nvPr/>
            </p:nvSpPr>
            <p:spPr>
              <a:xfrm>
                <a:off x="1587754" y="17355607"/>
                <a:ext cx="1106841" cy="9501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01513F-7EEF-2907-4309-8FE05D620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754" y="17355607"/>
                <a:ext cx="1106841" cy="950197"/>
              </a:xfrm>
              <a:prstGeom prst="rect">
                <a:avLst/>
              </a:prstGeom>
              <a:blipFill>
                <a:blip r:embed="rId2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DF7DB9-617C-E275-18F9-8F7EA36C7C8A}"/>
                  </a:ext>
                </a:extLst>
              </p:cNvPr>
              <p:cNvSpPr txBox="1"/>
              <p:nvPr/>
            </p:nvSpPr>
            <p:spPr>
              <a:xfrm>
                <a:off x="1597307" y="18691934"/>
                <a:ext cx="1087734" cy="932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DF7DB9-617C-E275-18F9-8F7EA36C7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307" y="18691934"/>
                <a:ext cx="1087734" cy="932948"/>
              </a:xfrm>
              <a:prstGeom prst="rect">
                <a:avLst/>
              </a:prstGeom>
              <a:blipFill>
                <a:blip r:embed="rId22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4CEA21-4345-62BB-3543-891C1F958E99}"/>
                  </a:ext>
                </a:extLst>
              </p:cNvPr>
              <p:cNvSpPr txBox="1"/>
              <p:nvPr/>
            </p:nvSpPr>
            <p:spPr>
              <a:xfrm>
                <a:off x="1442137" y="20530591"/>
                <a:ext cx="1398075" cy="1041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Pre>
                            <m:sPre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3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𝛀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sPre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4CEA21-4345-62BB-3543-891C1F95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137" y="20530591"/>
                <a:ext cx="1398075" cy="1041182"/>
              </a:xfrm>
              <a:prstGeom prst="rect">
                <a:avLst/>
              </a:prstGeom>
              <a:blipFill>
                <a:blip r:embed="rId23"/>
                <a:stretch>
                  <a:fillRect b="-99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099DB8-33A4-9227-450C-527CC1AF3135}"/>
                  </a:ext>
                </a:extLst>
              </p:cNvPr>
              <p:cNvSpPr txBox="1"/>
              <p:nvPr/>
            </p:nvSpPr>
            <p:spPr>
              <a:xfrm>
                <a:off x="1295398" y="22714272"/>
                <a:ext cx="1449115" cy="895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𝑥𝑦</m:t>
                                  </m:r>
                                </m:e>
                              </m:d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099DB8-33A4-9227-450C-527CC1AF3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98" y="22714272"/>
                <a:ext cx="1449115" cy="89505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3C526-7541-9841-812E-7C0AE27481E2}"/>
                  </a:ext>
                </a:extLst>
              </p:cNvPr>
              <p:cNvSpPr txBox="1"/>
              <p:nvPr/>
            </p:nvSpPr>
            <p:spPr>
              <a:xfrm>
                <a:off x="1493337" y="26133729"/>
                <a:ext cx="1295675" cy="877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Pre>
                            <m:sPre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sPre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3C526-7541-9841-812E-7C0AE2748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337" y="26133729"/>
                <a:ext cx="1295675" cy="87799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45EF34-166D-D091-12F5-459CFD2B9381}"/>
                  </a:ext>
                </a:extLst>
              </p:cNvPr>
              <p:cNvSpPr txBox="1"/>
              <p:nvPr/>
            </p:nvSpPr>
            <p:spPr>
              <a:xfrm>
                <a:off x="1641582" y="24302632"/>
                <a:ext cx="999184" cy="861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45EF34-166D-D091-12F5-459CFD2B9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82" y="24302632"/>
                <a:ext cx="999184" cy="86164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946B03D4-F558-BE4B-1B6D-DCD685478B43}"/>
              </a:ext>
            </a:extLst>
          </p:cNvPr>
          <p:cNvSpPr/>
          <p:nvPr/>
        </p:nvSpPr>
        <p:spPr>
          <a:xfrm>
            <a:off x="8587495" y="25660351"/>
            <a:ext cx="1128801" cy="155338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257636-2E81-67E3-9FC8-7B347D67C248}"/>
              </a:ext>
            </a:extLst>
          </p:cNvPr>
          <p:cNvSpPr/>
          <p:nvPr/>
        </p:nvSpPr>
        <p:spPr>
          <a:xfrm>
            <a:off x="8587495" y="19930110"/>
            <a:ext cx="1128801" cy="199232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C0E1F7A-6274-76B7-6502-E9CD44D50A0E}"/>
              </a:ext>
            </a:extLst>
          </p:cNvPr>
          <p:cNvSpPr/>
          <p:nvPr/>
        </p:nvSpPr>
        <p:spPr>
          <a:xfrm>
            <a:off x="8587495" y="24076395"/>
            <a:ext cx="1128801" cy="125248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CC1354-C1FC-2ED8-A9AD-D00252C1A191}"/>
              </a:ext>
            </a:extLst>
          </p:cNvPr>
          <p:cNvSpPr/>
          <p:nvPr/>
        </p:nvSpPr>
        <p:spPr>
          <a:xfrm>
            <a:off x="8587495" y="22518061"/>
            <a:ext cx="1128801" cy="127430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0BCE23-3DAB-E034-4D1F-354A051F100E}"/>
              </a:ext>
            </a:extLst>
          </p:cNvPr>
          <p:cNvSpPr/>
          <p:nvPr/>
        </p:nvSpPr>
        <p:spPr>
          <a:xfrm>
            <a:off x="8597021" y="18597563"/>
            <a:ext cx="1128801" cy="1097037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B46811-FBFB-6CA3-14C0-F3E1794C4512}"/>
              </a:ext>
            </a:extLst>
          </p:cNvPr>
          <p:cNvSpPr/>
          <p:nvPr/>
        </p:nvSpPr>
        <p:spPr>
          <a:xfrm>
            <a:off x="8587495" y="17279305"/>
            <a:ext cx="1128801" cy="1105567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EF54AD0-FE2E-5A85-1FC0-A8BEDC02701D}"/>
              </a:ext>
            </a:extLst>
          </p:cNvPr>
          <p:cNvSpPr/>
          <p:nvPr/>
        </p:nvSpPr>
        <p:spPr>
          <a:xfrm>
            <a:off x="8587495" y="15967734"/>
            <a:ext cx="1128801" cy="1105567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1AEB5C-188D-A4CD-AFB7-CE38FCE99759}"/>
              </a:ext>
            </a:extLst>
          </p:cNvPr>
          <p:cNvSpPr/>
          <p:nvPr/>
        </p:nvSpPr>
        <p:spPr>
          <a:xfrm>
            <a:off x="8587495" y="14230350"/>
            <a:ext cx="1128801" cy="113421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426E98-2506-4F01-E797-2FA7E1751246}"/>
              </a:ext>
            </a:extLst>
          </p:cNvPr>
          <p:cNvSpPr/>
          <p:nvPr/>
        </p:nvSpPr>
        <p:spPr>
          <a:xfrm>
            <a:off x="8587495" y="12944502"/>
            <a:ext cx="1128801" cy="1118208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2D2ED1-64E7-0F14-CD91-865F04A1FDD4}"/>
              </a:ext>
            </a:extLst>
          </p:cNvPr>
          <p:cNvSpPr/>
          <p:nvPr/>
        </p:nvSpPr>
        <p:spPr>
          <a:xfrm>
            <a:off x="8587495" y="11664951"/>
            <a:ext cx="1128801" cy="1109742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4ED8E2-6C31-01C0-1B17-5E44D9649A8B}"/>
              </a:ext>
            </a:extLst>
          </p:cNvPr>
          <p:cNvSpPr/>
          <p:nvPr/>
        </p:nvSpPr>
        <p:spPr>
          <a:xfrm>
            <a:off x="8587495" y="10392693"/>
            <a:ext cx="1128801" cy="1122442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D14EB0-C0E5-5092-A941-D0E4057FBF27}"/>
              </a:ext>
            </a:extLst>
          </p:cNvPr>
          <p:cNvSpPr/>
          <p:nvPr/>
        </p:nvSpPr>
        <p:spPr>
          <a:xfrm>
            <a:off x="8587495" y="8618220"/>
            <a:ext cx="1128801" cy="1164758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CF3FB91-093E-7A40-21C4-EECF1A5976C0}"/>
              </a:ext>
            </a:extLst>
          </p:cNvPr>
          <p:cNvSpPr/>
          <p:nvPr/>
        </p:nvSpPr>
        <p:spPr>
          <a:xfrm>
            <a:off x="8587495" y="7261860"/>
            <a:ext cx="1128801" cy="1189149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A4A4B9-FFA8-B569-99AB-FEC4E7B807A4}"/>
              </a:ext>
            </a:extLst>
          </p:cNvPr>
          <p:cNvSpPr/>
          <p:nvPr/>
        </p:nvSpPr>
        <p:spPr>
          <a:xfrm>
            <a:off x="8587495" y="5927800"/>
            <a:ext cx="1128801" cy="1150659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616228-35EB-A349-A3BC-BA14C95C9F24}"/>
              </a:ext>
            </a:extLst>
          </p:cNvPr>
          <p:cNvSpPr/>
          <p:nvPr/>
        </p:nvSpPr>
        <p:spPr>
          <a:xfrm>
            <a:off x="4817737" y="25637319"/>
            <a:ext cx="1128801" cy="1576413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C0C501-8244-5813-D7BE-3B543EC7522E}"/>
              </a:ext>
            </a:extLst>
          </p:cNvPr>
          <p:cNvSpPr/>
          <p:nvPr/>
        </p:nvSpPr>
        <p:spPr>
          <a:xfrm>
            <a:off x="4800601" y="19870332"/>
            <a:ext cx="1145938" cy="2021293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9EB25C6-202C-EA0A-C892-C5268423B253}"/>
              </a:ext>
            </a:extLst>
          </p:cNvPr>
          <p:cNvSpPr/>
          <p:nvPr/>
        </p:nvSpPr>
        <p:spPr>
          <a:xfrm>
            <a:off x="4817737" y="24076395"/>
            <a:ext cx="1128801" cy="1290798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F1EF9E-98E1-766E-3E46-E1FFED2FBE1E}"/>
              </a:ext>
            </a:extLst>
          </p:cNvPr>
          <p:cNvSpPr/>
          <p:nvPr/>
        </p:nvSpPr>
        <p:spPr>
          <a:xfrm>
            <a:off x="4817737" y="22518061"/>
            <a:ext cx="1128801" cy="1251269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AB8338-6C7C-5909-FA20-8ECD60E8DF7F}"/>
              </a:ext>
            </a:extLst>
          </p:cNvPr>
          <p:cNvSpPr/>
          <p:nvPr/>
        </p:nvSpPr>
        <p:spPr>
          <a:xfrm>
            <a:off x="4781551" y="18586913"/>
            <a:ext cx="1164988" cy="1091737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C4E9103-C8FF-20C3-8613-B94BED31F321}"/>
              </a:ext>
            </a:extLst>
          </p:cNvPr>
          <p:cNvSpPr/>
          <p:nvPr/>
        </p:nvSpPr>
        <p:spPr>
          <a:xfrm>
            <a:off x="4772025" y="17278350"/>
            <a:ext cx="1174513" cy="1112520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6589B6-8926-A458-D50D-CA4D1AA782C5}"/>
              </a:ext>
            </a:extLst>
          </p:cNvPr>
          <p:cNvSpPr/>
          <p:nvPr/>
        </p:nvSpPr>
        <p:spPr>
          <a:xfrm>
            <a:off x="4786313" y="15959942"/>
            <a:ext cx="1160225" cy="1115529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AE9BFD1-717A-8367-CC88-A8C57C5CD3CB}"/>
              </a:ext>
            </a:extLst>
          </p:cNvPr>
          <p:cNvSpPr/>
          <p:nvPr/>
        </p:nvSpPr>
        <p:spPr>
          <a:xfrm>
            <a:off x="4786313" y="14217478"/>
            <a:ext cx="1171575" cy="1163019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B6E1ACC-2BC2-5E13-AF88-4738FCCB9563}"/>
              </a:ext>
            </a:extLst>
          </p:cNvPr>
          <p:cNvSpPr/>
          <p:nvPr/>
        </p:nvSpPr>
        <p:spPr>
          <a:xfrm>
            <a:off x="4817737" y="12950190"/>
            <a:ext cx="1128801" cy="1122567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9BC5D37-3E82-C915-19C5-FC35C6AC318C}"/>
              </a:ext>
            </a:extLst>
          </p:cNvPr>
          <p:cNvSpPr/>
          <p:nvPr/>
        </p:nvSpPr>
        <p:spPr>
          <a:xfrm>
            <a:off x="4795839" y="11641918"/>
            <a:ext cx="1150700" cy="1166719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BC9809F-0581-1908-B1E3-37E55503B9DF}"/>
              </a:ext>
            </a:extLst>
          </p:cNvPr>
          <p:cNvSpPr/>
          <p:nvPr/>
        </p:nvSpPr>
        <p:spPr>
          <a:xfrm>
            <a:off x="4781551" y="10369660"/>
            <a:ext cx="1164988" cy="1171509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9D0845-DA4A-214C-F44B-811A7D61C710}"/>
              </a:ext>
            </a:extLst>
          </p:cNvPr>
          <p:cNvSpPr/>
          <p:nvPr/>
        </p:nvSpPr>
        <p:spPr>
          <a:xfrm>
            <a:off x="4795839" y="8602981"/>
            <a:ext cx="1150700" cy="1179202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3BE580-3731-67AC-5D46-BAE9048FD27C}"/>
              </a:ext>
            </a:extLst>
          </p:cNvPr>
          <p:cNvSpPr/>
          <p:nvPr/>
        </p:nvSpPr>
        <p:spPr>
          <a:xfrm>
            <a:off x="4791075" y="7277100"/>
            <a:ext cx="1155463" cy="1150877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6220C08-C1F7-ECC1-BCE9-C61995F1D5D8}"/>
              </a:ext>
            </a:extLst>
          </p:cNvPr>
          <p:cNvSpPr/>
          <p:nvPr/>
        </p:nvSpPr>
        <p:spPr>
          <a:xfrm>
            <a:off x="4781551" y="5897149"/>
            <a:ext cx="1164988" cy="1216398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3712BB9-0C83-4859-4863-1E40B74624CB}"/>
              </a:ext>
            </a:extLst>
          </p:cNvPr>
          <p:cNvCxnSpPr>
            <a:cxnSpLocks/>
          </p:cNvCxnSpPr>
          <p:nvPr/>
        </p:nvCxnSpPr>
        <p:spPr>
          <a:xfrm>
            <a:off x="5935760" y="4867803"/>
            <a:ext cx="0" cy="532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9E295C7-C860-2F9D-97EA-84C8354BC55E}"/>
              </a:ext>
            </a:extLst>
          </p:cNvPr>
          <p:cNvCxnSpPr>
            <a:cxnSpLocks/>
          </p:cNvCxnSpPr>
          <p:nvPr/>
        </p:nvCxnSpPr>
        <p:spPr>
          <a:xfrm>
            <a:off x="4807047" y="4867803"/>
            <a:ext cx="0" cy="532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9ACC928-5CCD-DE0E-88E3-8E4997C5D22D}"/>
              </a:ext>
            </a:extLst>
          </p:cNvPr>
          <p:cNvCxnSpPr/>
          <p:nvPr/>
        </p:nvCxnSpPr>
        <p:spPr>
          <a:xfrm>
            <a:off x="4818160" y="5114445"/>
            <a:ext cx="11144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89B76D6-FE44-A80A-0F64-B89833506A0D}"/>
              </a:ext>
            </a:extLst>
          </p:cNvPr>
          <p:cNvSpPr txBox="1"/>
          <p:nvPr/>
        </p:nvSpPr>
        <p:spPr>
          <a:xfrm>
            <a:off x="4899960" y="458492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(A)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30A4DD0-B016-0666-EE23-89E48662F6E2}"/>
              </a:ext>
            </a:extLst>
          </p:cNvPr>
          <p:cNvCxnSpPr>
            <a:cxnSpLocks/>
          </p:cNvCxnSpPr>
          <p:nvPr/>
        </p:nvCxnSpPr>
        <p:spPr>
          <a:xfrm>
            <a:off x="9719342" y="4866644"/>
            <a:ext cx="0" cy="532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675722B-2994-C133-0FFC-D641E5429587}"/>
              </a:ext>
            </a:extLst>
          </p:cNvPr>
          <p:cNvCxnSpPr>
            <a:cxnSpLocks/>
          </p:cNvCxnSpPr>
          <p:nvPr/>
        </p:nvCxnSpPr>
        <p:spPr>
          <a:xfrm>
            <a:off x="8590629" y="4866644"/>
            <a:ext cx="0" cy="532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5F9F8C3-4CA7-F1C5-A91B-84D698F9CBA8}"/>
              </a:ext>
            </a:extLst>
          </p:cNvPr>
          <p:cNvCxnSpPr/>
          <p:nvPr/>
        </p:nvCxnSpPr>
        <p:spPr>
          <a:xfrm>
            <a:off x="8601742" y="5113286"/>
            <a:ext cx="11144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4A95849-9B9A-DB5B-60D1-058F398077FE}"/>
              </a:ext>
            </a:extLst>
          </p:cNvPr>
          <p:cNvSpPr txBox="1"/>
          <p:nvPr/>
        </p:nvSpPr>
        <p:spPr>
          <a:xfrm>
            <a:off x="8683542" y="458376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(B)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35BD8D5-AB91-DDFF-EDF8-FE8ABC35281D}"/>
              </a:ext>
            </a:extLst>
          </p:cNvPr>
          <p:cNvCxnSpPr>
            <a:cxnSpLocks/>
          </p:cNvCxnSpPr>
          <p:nvPr/>
        </p:nvCxnSpPr>
        <p:spPr>
          <a:xfrm>
            <a:off x="4796971" y="1037526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15C4BF2-09D0-406A-2F8C-5405974A1023}"/>
              </a:ext>
            </a:extLst>
          </p:cNvPr>
          <p:cNvCxnSpPr>
            <a:cxnSpLocks/>
          </p:cNvCxnSpPr>
          <p:nvPr/>
        </p:nvCxnSpPr>
        <p:spPr>
          <a:xfrm>
            <a:off x="4796971" y="1165614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8B64C603-E121-2095-F475-F97EC590E153}"/>
              </a:ext>
            </a:extLst>
          </p:cNvPr>
          <p:cNvCxnSpPr>
            <a:cxnSpLocks/>
          </p:cNvCxnSpPr>
          <p:nvPr/>
        </p:nvCxnSpPr>
        <p:spPr>
          <a:xfrm>
            <a:off x="4796971" y="1293683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1B4E954-4FFA-A444-AD54-928F73776C54}"/>
              </a:ext>
            </a:extLst>
          </p:cNvPr>
          <p:cNvCxnSpPr>
            <a:cxnSpLocks/>
          </p:cNvCxnSpPr>
          <p:nvPr/>
        </p:nvCxnSpPr>
        <p:spPr>
          <a:xfrm>
            <a:off x="4796971" y="14204950"/>
            <a:ext cx="0" cy="115641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D74860BD-B879-8EF4-BD51-AE01167EF7B4}"/>
              </a:ext>
            </a:extLst>
          </p:cNvPr>
          <p:cNvCxnSpPr>
            <a:cxnSpLocks/>
          </p:cNvCxnSpPr>
          <p:nvPr/>
        </p:nvCxnSpPr>
        <p:spPr>
          <a:xfrm>
            <a:off x="4796971" y="1594503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251D2DD1-DA97-E6D0-0B73-D61DC5930FE8}"/>
              </a:ext>
            </a:extLst>
          </p:cNvPr>
          <p:cNvCxnSpPr>
            <a:cxnSpLocks/>
          </p:cNvCxnSpPr>
          <p:nvPr/>
        </p:nvCxnSpPr>
        <p:spPr>
          <a:xfrm>
            <a:off x="4796971" y="17269100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C52ABC79-E642-D0DA-7CA5-3FDE6C80B80B}"/>
              </a:ext>
            </a:extLst>
          </p:cNvPr>
          <p:cNvCxnSpPr>
            <a:cxnSpLocks/>
          </p:cNvCxnSpPr>
          <p:nvPr/>
        </p:nvCxnSpPr>
        <p:spPr>
          <a:xfrm>
            <a:off x="4796971" y="18584395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8B628F6F-2EF2-DEA3-4C9A-6E9404CFC03F}"/>
              </a:ext>
            </a:extLst>
          </p:cNvPr>
          <p:cNvCxnSpPr>
            <a:cxnSpLocks/>
          </p:cNvCxnSpPr>
          <p:nvPr/>
        </p:nvCxnSpPr>
        <p:spPr>
          <a:xfrm>
            <a:off x="4796971" y="19893192"/>
            <a:ext cx="0" cy="200541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45E0E93C-CFB9-6AC4-2F9A-B9BB6BF6EED3}"/>
              </a:ext>
            </a:extLst>
          </p:cNvPr>
          <p:cNvCxnSpPr>
            <a:cxnSpLocks/>
          </p:cNvCxnSpPr>
          <p:nvPr/>
        </p:nvCxnSpPr>
        <p:spPr>
          <a:xfrm>
            <a:off x="4816021" y="22529619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D881F39-C7A9-756C-2BA2-8C48905B7A58}"/>
              </a:ext>
            </a:extLst>
          </p:cNvPr>
          <p:cNvCxnSpPr>
            <a:cxnSpLocks/>
          </p:cNvCxnSpPr>
          <p:nvPr/>
        </p:nvCxnSpPr>
        <p:spPr>
          <a:xfrm>
            <a:off x="4816021" y="24071272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BE805923-B452-8A8B-767C-37BBF2924BFE}"/>
              </a:ext>
            </a:extLst>
          </p:cNvPr>
          <p:cNvCxnSpPr>
            <a:cxnSpLocks/>
          </p:cNvCxnSpPr>
          <p:nvPr/>
        </p:nvCxnSpPr>
        <p:spPr>
          <a:xfrm>
            <a:off x="4816021" y="25624801"/>
            <a:ext cx="0" cy="16079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0477CC05-DA56-D5C5-C357-B83317E5614F}"/>
              </a:ext>
            </a:extLst>
          </p:cNvPr>
          <p:cNvCxnSpPr>
            <a:cxnSpLocks/>
          </p:cNvCxnSpPr>
          <p:nvPr/>
        </p:nvCxnSpPr>
        <p:spPr>
          <a:xfrm>
            <a:off x="5952671" y="1037526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34D47E68-9AF0-509A-29DE-6339B2D7B69A}"/>
              </a:ext>
            </a:extLst>
          </p:cNvPr>
          <p:cNvCxnSpPr>
            <a:cxnSpLocks/>
          </p:cNvCxnSpPr>
          <p:nvPr/>
        </p:nvCxnSpPr>
        <p:spPr>
          <a:xfrm>
            <a:off x="5952671" y="1165614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9A908A28-1C4F-A1EC-44D9-0DBA9D165A65}"/>
              </a:ext>
            </a:extLst>
          </p:cNvPr>
          <p:cNvCxnSpPr>
            <a:cxnSpLocks/>
          </p:cNvCxnSpPr>
          <p:nvPr/>
        </p:nvCxnSpPr>
        <p:spPr>
          <a:xfrm>
            <a:off x="5952671" y="1293683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FDF35870-3080-EEA6-3CB5-FE7BAB4CF8D4}"/>
              </a:ext>
            </a:extLst>
          </p:cNvPr>
          <p:cNvCxnSpPr>
            <a:cxnSpLocks/>
          </p:cNvCxnSpPr>
          <p:nvPr/>
        </p:nvCxnSpPr>
        <p:spPr>
          <a:xfrm>
            <a:off x="5952671" y="14204950"/>
            <a:ext cx="0" cy="115641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2382AB64-89C7-4962-C8F7-4E55774E9A5C}"/>
              </a:ext>
            </a:extLst>
          </p:cNvPr>
          <p:cNvCxnSpPr>
            <a:cxnSpLocks/>
          </p:cNvCxnSpPr>
          <p:nvPr/>
        </p:nvCxnSpPr>
        <p:spPr>
          <a:xfrm>
            <a:off x="5952671" y="1594503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86B3DDF9-144D-945E-36F4-B9F52338651E}"/>
              </a:ext>
            </a:extLst>
          </p:cNvPr>
          <p:cNvCxnSpPr>
            <a:cxnSpLocks/>
          </p:cNvCxnSpPr>
          <p:nvPr/>
        </p:nvCxnSpPr>
        <p:spPr>
          <a:xfrm>
            <a:off x="5952671" y="17269100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3D05C73A-99BB-F009-CE2C-DD9276F55A24}"/>
              </a:ext>
            </a:extLst>
          </p:cNvPr>
          <p:cNvCxnSpPr>
            <a:cxnSpLocks/>
          </p:cNvCxnSpPr>
          <p:nvPr/>
        </p:nvCxnSpPr>
        <p:spPr>
          <a:xfrm>
            <a:off x="5952671" y="18584395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1605436B-5FC5-8153-F2B3-597523626E94}"/>
              </a:ext>
            </a:extLst>
          </p:cNvPr>
          <p:cNvCxnSpPr>
            <a:cxnSpLocks/>
          </p:cNvCxnSpPr>
          <p:nvPr/>
        </p:nvCxnSpPr>
        <p:spPr>
          <a:xfrm>
            <a:off x="5952671" y="19893192"/>
            <a:ext cx="0" cy="200541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506FB1E4-35AD-684D-380D-26D85C432067}"/>
              </a:ext>
            </a:extLst>
          </p:cNvPr>
          <p:cNvCxnSpPr>
            <a:cxnSpLocks/>
          </p:cNvCxnSpPr>
          <p:nvPr/>
        </p:nvCxnSpPr>
        <p:spPr>
          <a:xfrm>
            <a:off x="5952671" y="22529619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82C169C-EF5E-F2C4-0E9C-4DCE64380D7E}"/>
              </a:ext>
            </a:extLst>
          </p:cNvPr>
          <p:cNvCxnSpPr>
            <a:cxnSpLocks/>
          </p:cNvCxnSpPr>
          <p:nvPr/>
        </p:nvCxnSpPr>
        <p:spPr>
          <a:xfrm>
            <a:off x="5952671" y="24071272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612FA3C-617B-63F3-E9F3-CC4852615F25}"/>
              </a:ext>
            </a:extLst>
          </p:cNvPr>
          <p:cNvCxnSpPr>
            <a:cxnSpLocks/>
          </p:cNvCxnSpPr>
          <p:nvPr/>
        </p:nvCxnSpPr>
        <p:spPr>
          <a:xfrm>
            <a:off x="5952671" y="25631151"/>
            <a:ext cx="0" cy="16079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1D922F0-D6D7-4640-C81C-03366FFDE0BF}"/>
              </a:ext>
            </a:extLst>
          </p:cNvPr>
          <p:cNvCxnSpPr>
            <a:cxnSpLocks/>
          </p:cNvCxnSpPr>
          <p:nvPr/>
        </p:nvCxnSpPr>
        <p:spPr>
          <a:xfrm>
            <a:off x="8606971" y="1038796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5ADAFDF6-7E51-3CD1-2980-9ED1C83E204B}"/>
              </a:ext>
            </a:extLst>
          </p:cNvPr>
          <p:cNvCxnSpPr>
            <a:cxnSpLocks/>
          </p:cNvCxnSpPr>
          <p:nvPr/>
        </p:nvCxnSpPr>
        <p:spPr>
          <a:xfrm>
            <a:off x="8606971" y="1166884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2C2B800D-FE63-7A9A-7858-7261D8B201A1}"/>
              </a:ext>
            </a:extLst>
          </p:cNvPr>
          <p:cNvCxnSpPr>
            <a:cxnSpLocks/>
          </p:cNvCxnSpPr>
          <p:nvPr/>
        </p:nvCxnSpPr>
        <p:spPr>
          <a:xfrm>
            <a:off x="8606971" y="1294953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18C2A9C2-BE55-76FE-6D8B-ECFD536219A4}"/>
              </a:ext>
            </a:extLst>
          </p:cNvPr>
          <p:cNvCxnSpPr>
            <a:cxnSpLocks/>
          </p:cNvCxnSpPr>
          <p:nvPr/>
        </p:nvCxnSpPr>
        <p:spPr>
          <a:xfrm>
            <a:off x="8606971" y="14217650"/>
            <a:ext cx="0" cy="115641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8EFA8075-37F4-62CC-A210-72A998134F95}"/>
              </a:ext>
            </a:extLst>
          </p:cNvPr>
          <p:cNvCxnSpPr>
            <a:cxnSpLocks/>
          </p:cNvCxnSpPr>
          <p:nvPr/>
        </p:nvCxnSpPr>
        <p:spPr>
          <a:xfrm>
            <a:off x="8606971" y="1595773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C0338C41-0952-FF35-ADEF-9A970CC21657}"/>
              </a:ext>
            </a:extLst>
          </p:cNvPr>
          <p:cNvCxnSpPr>
            <a:cxnSpLocks/>
          </p:cNvCxnSpPr>
          <p:nvPr/>
        </p:nvCxnSpPr>
        <p:spPr>
          <a:xfrm>
            <a:off x="8606971" y="17281800"/>
            <a:ext cx="0" cy="10881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13C4B8DD-6E56-BE84-FF2A-27B05BECB215}"/>
              </a:ext>
            </a:extLst>
          </p:cNvPr>
          <p:cNvCxnSpPr>
            <a:cxnSpLocks/>
          </p:cNvCxnSpPr>
          <p:nvPr/>
        </p:nvCxnSpPr>
        <p:spPr>
          <a:xfrm>
            <a:off x="8606971" y="1858280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8D6E9FCB-B0F9-2608-5334-71CDA22D57EF}"/>
              </a:ext>
            </a:extLst>
          </p:cNvPr>
          <p:cNvCxnSpPr>
            <a:cxnSpLocks/>
          </p:cNvCxnSpPr>
          <p:nvPr/>
        </p:nvCxnSpPr>
        <p:spPr>
          <a:xfrm>
            <a:off x="8606971" y="19905892"/>
            <a:ext cx="0" cy="200541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6312544A-E8C3-17E2-FBBB-31FF909C9C0D}"/>
              </a:ext>
            </a:extLst>
          </p:cNvPr>
          <p:cNvCxnSpPr>
            <a:cxnSpLocks/>
          </p:cNvCxnSpPr>
          <p:nvPr/>
        </p:nvCxnSpPr>
        <p:spPr>
          <a:xfrm>
            <a:off x="8606971" y="22542319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3B5952CF-7963-20A4-96F6-854FCBC2E365}"/>
              </a:ext>
            </a:extLst>
          </p:cNvPr>
          <p:cNvCxnSpPr>
            <a:cxnSpLocks/>
          </p:cNvCxnSpPr>
          <p:nvPr/>
        </p:nvCxnSpPr>
        <p:spPr>
          <a:xfrm>
            <a:off x="8606971" y="24083972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9BF02B-C7DA-359A-C3C1-52D26ED41B39}"/>
              </a:ext>
            </a:extLst>
          </p:cNvPr>
          <p:cNvCxnSpPr>
            <a:cxnSpLocks/>
          </p:cNvCxnSpPr>
          <p:nvPr/>
        </p:nvCxnSpPr>
        <p:spPr>
          <a:xfrm>
            <a:off x="8606971" y="25618451"/>
            <a:ext cx="0" cy="16079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5A4EF4C6-7C25-6853-EBB8-2C5F8EE2F80F}"/>
              </a:ext>
            </a:extLst>
          </p:cNvPr>
          <p:cNvCxnSpPr>
            <a:cxnSpLocks/>
          </p:cNvCxnSpPr>
          <p:nvPr/>
        </p:nvCxnSpPr>
        <p:spPr>
          <a:xfrm>
            <a:off x="9699171" y="1037526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8854230B-D0A2-54AA-DE7F-127D8D4699C0}"/>
              </a:ext>
            </a:extLst>
          </p:cNvPr>
          <p:cNvCxnSpPr>
            <a:cxnSpLocks/>
          </p:cNvCxnSpPr>
          <p:nvPr/>
        </p:nvCxnSpPr>
        <p:spPr>
          <a:xfrm>
            <a:off x="9699171" y="1165614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CA098041-DD01-DD68-040D-0BEB04B4F750}"/>
              </a:ext>
            </a:extLst>
          </p:cNvPr>
          <p:cNvCxnSpPr>
            <a:cxnSpLocks/>
          </p:cNvCxnSpPr>
          <p:nvPr/>
        </p:nvCxnSpPr>
        <p:spPr>
          <a:xfrm>
            <a:off x="9699171" y="12936832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DC1A71A0-7B64-9083-B9C9-F22F50095961}"/>
              </a:ext>
            </a:extLst>
          </p:cNvPr>
          <p:cNvCxnSpPr>
            <a:cxnSpLocks/>
          </p:cNvCxnSpPr>
          <p:nvPr/>
        </p:nvCxnSpPr>
        <p:spPr>
          <a:xfrm>
            <a:off x="9699171" y="14204950"/>
            <a:ext cx="0" cy="115641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BD10F359-4D69-1B1A-369A-0FD81FEB4C0B}"/>
              </a:ext>
            </a:extLst>
          </p:cNvPr>
          <p:cNvCxnSpPr>
            <a:cxnSpLocks/>
          </p:cNvCxnSpPr>
          <p:nvPr/>
        </p:nvCxnSpPr>
        <p:spPr>
          <a:xfrm>
            <a:off x="9699171" y="15945036"/>
            <a:ext cx="0" cy="11341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0CF75590-618F-F6AC-280A-44975D712020}"/>
              </a:ext>
            </a:extLst>
          </p:cNvPr>
          <p:cNvCxnSpPr>
            <a:cxnSpLocks/>
          </p:cNvCxnSpPr>
          <p:nvPr/>
        </p:nvCxnSpPr>
        <p:spPr>
          <a:xfrm>
            <a:off x="9699171" y="17269100"/>
            <a:ext cx="0" cy="110399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CDD8F15C-BB1E-E038-12A8-4D57C6A04EE7}"/>
              </a:ext>
            </a:extLst>
          </p:cNvPr>
          <p:cNvCxnSpPr>
            <a:cxnSpLocks/>
          </p:cNvCxnSpPr>
          <p:nvPr/>
        </p:nvCxnSpPr>
        <p:spPr>
          <a:xfrm>
            <a:off x="9699171" y="18615660"/>
            <a:ext cx="0" cy="108860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67BF2E23-D43B-46CA-DA1A-7AA1133AA27E}"/>
              </a:ext>
            </a:extLst>
          </p:cNvPr>
          <p:cNvCxnSpPr>
            <a:cxnSpLocks/>
          </p:cNvCxnSpPr>
          <p:nvPr/>
        </p:nvCxnSpPr>
        <p:spPr>
          <a:xfrm>
            <a:off x="9699171" y="19893192"/>
            <a:ext cx="0" cy="200541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B153E775-135C-8BCE-D711-8BE5EA8C8824}"/>
              </a:ext>
            </a:extLst>
          </p:cNvPr>
          <p:cNvCxnSpPr>
            <a:cxnSpLocks/>
          </p:cNvCxnSpPr>
          <p:nvPr/>
        </p:nvCxnSpPr>
        <p:spPr>
          <a:xfrm>
            <a:off x="9699171" y="22529619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B69C68BE-FC5D-F714-DD01-1A46EBEB4014}"/>
              </a:ext>
            </a:extLst>
          </p:cNvPr>
          <p:cNvCxnSpPr>
            <a:cxnSpLocks/>
          </p:cNvCxnSpPr>
          <p:nvPr/>
        </p:nvCxnSpPr>
        <p:spPr>
          <a:xfrm>
            <a:off x="9699171" y="24071272"/>
            <a:ext cx="0" cy="12828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1092FFB8-2AAB-2A81-C100-3CE3E54BCF34}"/>
              </a:ext>
            </a:extLst>
          </p:cNvPr>
          <p:cNvCxnSpPr>
            <a:cxnSpLocks/>
          </p:cNvCxnSpPr>
          <p:nvPr/>
        </p:nvCxnSpPr>
        <p:spPr>
          <a:xfrm>
            <a:off x="9699171" y="25605751"/>
            <a:ext cx="0" cy="16079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BA21BE71-1C74-A334-3959-9B413A4DACC6}"/>
              </a:ext>
            </a:extLst>
          </p:cNvPr>
          <p:cNvCxnSpPr>
            <a:cxnSpLocks/>
          </p:cNvCxnSpPr>
          <p:nvPr/>
        </p:nvCxnSpPr>
        <p:spPr>
          <a:xfrm>
            <a:off x="4796971" y="5898547"/>
            <a:ext cx="0" cy="121881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DC3A1E4-BF52-A654-9300-8601B0F5A540}"/>
              </a:ext>
            </a:extLst>
          </p:cNvPr>
          <p:cNvCxnSpPr>
            <a:cxnSpLocks/>
          </p:cNvCxnSpPr>
          <p:nvPr/>
        </p:nvCxnSpPr>
        <p:spPr>
          <a:xfrm>
            <a:off x="4796971" y="7248557"/>
            <a:ext cx="0" cy="119694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4024E323-F174-E66B-5EBB-572794CC2367}"/>
              </a:ext>
            </a:extLst>
          </p:cNvPr>
          <p:cNvCxnSpPr>
            <a:cxnSpLocks/>
          </p:cNvCxnSpPr>
          <p:nvPr/>
        </p:nvCxnSpPr>
        <p:spPr>
          <a:xfrm>
            <a:off x="4796971" y="8610897"/>
            <a:ext cx="0" cy="118080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5D423E77-4B7D-6896-7D3B-03C7011553CF}"/>
              </a:ext>
            </a:extLst>
          </p:cNvPr>
          <p:cNvCxnSpPr>
            <a:cxnSpLocks/>
          </p:cNvCxnSpPr>
          <p:nvPr/>
        </p:nvCxnSpPr>
        <p:spPr>
          <a:xfrm>
            <a:off x="5952671" y="5898547"/>
            <a:ext cx="0" cy="121881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39A4FC74-DDE0-E606-35A3-09A76C1DCE5D}"/>
              </a:ext>
            </a:extLst>
          </p:cNvPr>
          <p:cNvCxnSpPr>
            <a:cxnSpLocks/>
          </p:cNvCxnSpPr>
          <p:nvPr/>
        </p:nvCxnSpPr>
        <p:spPr>
          <a:xfrm>
            <a:off x="5952671" y="7248557"/>
            <a:ext cx="0" cy="119694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B3B223BA-E04A-77B9-6FC3-764B787ECDFB}"/>
              </a:ext>
            </a:extLst>
          </p:cNvPr>
          <p:cNvCxnSpPr>
            <a:cxnSpLocks/>
          </p:cNvCxnSpPr>
          <p:nvPr/>
        </p:nvCxnSpPr>
        <p:spPr>
          <a:xfrm>
            <a:off x="5952671" y="8610897"/>
            <a:ext cx="0" cy="118080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D0E27EB4-8ECF-6410-039D-F4851A76CD6A}"/>
              </a:ext>
            </a:extLst>
          </p:cNvPr>
          <p:cNvCxnSpPr>
            <a:cxnSpLocks/>
          </p:cNvCxnSpPr>
          <p:nvPr/>
        </p:nvCxnSpPr>
        <p:spPr>
          <a:xfrm>
            <a:off x="8606971" y="5896007"/>
            <a:ext cx="0" cy="121881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41E4F3DF-3C90-A394-65FA-EBE1BEDD4B06}"/>
              </a:ext>
            </a:extLst>
          </p:cNvPr>
          <p:cNvCxnSpPr>
            <a:cxnSpLocks/>
          </p:cNvCxnSpPr>
          <p:nvPr/>
        </p:nvCxnSpPr>
        <p:spPr>
          <a:xfrm>
            <a:off x="8606971" y="7261257"/>
            <a:ext cx="0" cy="119694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4D85B02-FB24-EE95-CDC7-102B3278D775}"/>
              </a:ext>
            </a:extLst>
          </p:cNvPr>
          <p:cNvCxnSpPr>
            <a:cxnSpLocks/>
          </p:cNvCxnSpPr>
          <p:nvPr/>
        </p:nvCxnSpPr>
        <p:spPr>
          <a:xfrm>
            <a:off x="8606971" y="8623597"/>
            <a:ext cx="0" cy="118080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5D505DBB-422C-30C0-C970-881B06F77173}"/>
              </a:ext>
            </a:extLst>
          </p:cNvPr>
          <p:cNvCxnSpPr>
            <a:cxnSpLocks/>
          </p:cNvCxnSpPr>
          <p:nvPr/>
        </p:nvCxnSpPr>
        <p:spPr>
          <a:xfrm>
            <a:off x="9699171" y="5898547"/>
            <a:ext cx="0" cy="121881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0CBD68D7-1445-9FFC-1719-7A09F56DC888}"/>
              </a:ext>
            </a:extLst>
          </p:cNvPr>
          <p:cNvCxnSpPr>
            <a:cxnSpLocks/>
          </p:cNvCxnSpPr>
          <p:nvPr/>
        </p:nvCxnSpPr>
        <p:spPr>
          <a:xfrm>
            <a:off x="9699171" y="7248557"/>
            <a:ext cx="0" cy="119694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5C0E7576-BB0C-3153-5FEB-BF38DF1CE6DB}"/>
              </a:ext>
            </a:extLst>
          </p:cNvPr>
          <p:cNvCxnSpPr>
            <a:cxnSpLocks/>
          </p:cNvCxnSpPr>
          <p:nvPr/>
        </p:nvCxnSpPr>
        <p:spPr>
          <a:xfrm>
            <a:off x="9699171" y="8610897"/>
            <a:ext cx="0" cy="118080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0F161A40-B0E4-283E-EA69-736210FC882B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l="8156" t="6718" r="12721" b="8890"/>
          <a:stretch>
            <a:fillRect/>
          </a:stretch>
        </p:blipFill>
        <p:spPr>
          <a:xfrm>
            <a:off x="44957999" y="9341147"/>
            <a:ext cx="13125451" cy="2375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1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C090-D244-C4E9-8511-80B1DEDB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직사각형 95">
            <a:extLst>
              <a:ext uri="{FF2B5EF4-FFF2-40B4-BE49-F238E27FC236}">
                <a16:creationId xmlns:a16="http://schemas.microsoft.com/office/drawing/2014/main" id="{0B3F48FF-6FA9-A7D3-DFDD-21EB9EE07F38}"/>
              </a:ext>
            </a:extLst>
          </p:cNvPr>
          <p:cNvSpPr/>
          <p:nvPr/>
        </p:nvSpPr>
        <p:spPr>
          <a:xfrm>
            <a:off x="4573514" y="5312229"/>
            <a:ext cx="5829299" cy="26258405"/>
          </a:xfrm>
          <a:prstGeom prst="rect">
            <a:avLst/>
          </a:prstGeom>
          <a:solidFill>
            <a:srgbClr val="FFF2EF"/>
          </a:solidFill>
          <a:ln>
            <a:solidFill>
              <a:srgbClr val="FFF2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7D2468-2C5E-EB6A-3E87-107CCCE8B86C}"/>
              </a:ext>
            </a:extLst>
          </p:cNvPr>
          <p:cNvSpPr txBox="1"/>
          <p:nvPr/>
        </p:nvSpPr>
        <p:spPr>
          <a:xfrm>
            <a:off x="4573514" y="5429821"/>
            <a:ext cx="582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Baseline PID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2DAFD04-E5C8-1804-25E2-34A623E8B685}"/>
                  </a:ext>
                </a:extLst>
              </p:cNvPr>
              <p:cNvSpPr txBox="1"/>
              <p:nvPr/>
            </p:nvSpPr>
            <p:spPr>
              <a:xfrm>
                <a:off x="2684869" y="6268891"/>
                <a:ext cx="612988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2DAFD04-E5C8-1804-25E2-34A623E8B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69" y="6268891"/>
                <a:ext cx="612988" cy="8567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37C1C63-A533-75A5-B913-977CE0EB189D}"/>
                  </a:ext>
                </a:extLst>
              </p:cNvPr>
              <p:cNvSpPr txBox="1"/>
              <p:nvPr/>
            </p:nvSpPr>
            <p:spPr>
              <a:xfrm>
                <a:off x="2681984" y="7569226"/>
                <a:ext cx="618759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37C1C63-A533-75A5-B913-977CE0EB1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84" y="7569226"/>
                <a:ext cx="618759" cy="8567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FA3FE60-3B48-064E-7D7D-5F8C2569868D}"/>
                  </a:ext>
                </a:extLst>
              </p:cNvPr>
              <p:cNvSpPr txBox="1"/>
              <p:nvPr/>
            </p:nvSpPr>
            <p:spPr>
              <a:xfrm>
                <a:off x="2697212" y="8904059"/>
                <a:ext cx="588303" cy="856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FA3FE60-3B48-064E-7D7D-5F8C25698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212" y="8904059"/>
                <a:ext cx="588303" cy="8567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23663F4-6F9E-3541-4CF5-1DDC31043FBF}"/>
                  </a:ext>
                </a:extLst>
              </p:cNvPr>
              <p:cNvSpPr txBox="1"/>
              <p:nvPr/>
            </p:nvSpPr>
            <p:spPr>
              <a:xfrm>
                <a:off x="2646012" y="10537723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23663F4-6F9E-3541-4CF5-1DDC31043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012" y="10537723"/>
                <a:ext cx="690702" cy="800219"/>
              </a:xfrm>
              <a:prstGeom prst="rect">
                <a:avLst/>
              </a:prstGeom>
              <a:blipFill>
                <a:blip r:embed="rId6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53CCEA-E25B-D455-933E-0DC6FEAA6E7B}"/>
                  </a:ext>
                </a:extLst>
              </p:cNvPr>
              <p:cNvSpPr txBox="1"/>
              <p:nvPr/>
            </p:nvSpPr>
            <p:spPr>
              <a:xfrm>
                <a:off x="2646012" y="11978736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53CCEA-E25B-D455-933E-0DC6FEAA6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012" y="11978736"/>
                <a:ext cx="690702" cy="800219"/>
              </a:xfrm>
              <a:prstGeom prst="rect">
                <a:avLst/>
              </a:prstGeom>
              <a:blipFill>
                <a:blip r:embed="rId7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FECE227-F8DD-1A0F-26AC-E0AD7B9A65EB}"/>
                  </a:ext>
                </a:extLst>
              </p:cNvPr>
              <p:cNvSpPr txBox="1"/>
              <p:nvPr/>
            </p:nvSpPr>
            <p:spPr>
              <a:xfrm>
                <a:off x="2646012" y="13333286"/>
                <a:ext cx="690702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FECE227-F8DD-1A0F-26AC-E0AD7B9A6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012" y="13333286"/>
                <a:ext cx="690702" cy="800219"/>
              </a:xfrm>
              <a:prstGeom prst="rect">
                <a:avLst/>
              </a:prstGeom>
              <a:blipFill>
                <a:blip r:embed="rId8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58CB502-0B9F-1878-B3A3-ACB5E977418D}"/>
                  </a:ext>
                </a:extLst>
              </p:cNvPr>
              <p:cNvSpPr txBox="1"/>
              <p:nvPr/>
            </p:nvSpPr>
            <p:spPr>
              <a:xfrm>
                <a:off x="2579616" y="14935877"/>
                <a:ext cx="823494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58CB502-0B9F-1878-B3A3-ACB5E9774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616" y="14935877"/>
                <a:ext cx="823494" cy="800219"/>
              </a:xfrm>
              <a:prstGeom prst="rect">
                <a:avLst/>
              </a:prstGeom>
              <a:blipFill>
                <a:blip r:embed="rId9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8FE7CB46-CFA5-FD60-422F-B129902B2C61}"/>
              </a:ext>
            </a:extLst>
          </p:cNvPr>
          <p:cNvSpPr txBox="1"/>
          <p:nvPr/>
        </p:nvSpPr>
        <p:spPr>
          <a:xfrm>
            <a:off x="3602484" y="60165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DCF077-EC7B-540F-0865-4D2271763BFB}"/>
              </a:ext>
            </a:extLst>
          </p:cNvPr>
          <p:cNvSpPr txBox="1"/>
          <p:nvPr/>
        </p:nvSpPr>
        <p:spPr>
          <a:xfrm>
            <a:off x="3602484" y="64229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06F257-6E17-8EE8-8A5F-4DC58BFCA0E4}"/>
              </a:ext>
            </a:extLst>
          </p:cNvPr>
          <p:cNvSpPr txBox="1"/>
          <p:nvPr/>
        </p:nvSpPr>
        <p:spPr>
          <a:xfrm>
            <a:off x="3602484" y="68293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2669CF-AAC4-1391-1B8A-531E1C8C7173}"/>
              </a:ext>
            </a:extLst>
          </p:cNvPr>
          <p:cNvSpPr txBox="1"/>
          <p:nvPr/>
        </p:nvSpPr>
        <p:spPr>
          <a:xfrm>
            <a:off x="3602484" y="735448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C2036E-A6BA-D4FA-6B13-E189E5C724AC}"/>
              </a:ext>
            </a:extLst>
          </p:cNvPr>
          <p:cNvSpPr txBox="1"/>
          <p:nvPr/>
        </p:nvSpPr>
        <p:spPr>
          <a:xfrm>
            <a:off x="3602484" y="773612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F40732D-9CCE-BEEF-B79A-D91F84992EBC}"/>
              </a:ext>
            </a:extLst>
          </p:cNvPr>
          <p:cNvSpPr txBox="1"/>
          <p:nvPr/>
        </p:nvSpPr>
        <p:spPr>
          <a:xfrm>
            <a:off x="3602484" y="813412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1FC39FC-38F4-E6FB-DCC6-84AA029FCFCC}"/>
              </a:ext>
            </a:extLst>
          </p:cNvPr>
          <p:cNvSpPr txBox="1"/>
          <p:nvPr/>
        </p:nvSpPr>
        <p:spPr>
          <a:xfrm>
            <a:off x="3602484" y="858838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2358C92-3E79-356D-ADB2-24B9FC0A6EB2}"/>
              </a:ext>
            </a:extLst>
          </p:cNvPr>
          <p:cNvSpPr txBox="1"/>
          <p:nvPr/>
        </p:nvSpPr>
        <p:spPr>
          <a:xfrm>
            <a:off x="3602484" y="901005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-0.7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CB1ABC-EE98-8976-0EAD-AA8E204A40F9}"/>
              </a:ext>
            </a:extLst>
          </p:cNvPr>
          <p:cNvSpPr txBox="1"/>
          <p:nvPr/>
        </p:nvSpPr>
        <p:spPr>
          <a:xfrm>
            <a:off x="3602484" y="940026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-1.2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A9B1E87-20A6-9D41-45C7-09CDB118CC07}"/>
              </a:ext>
            </a:extLst>
          </p:cNvPr>
          <p:cNvSpPr txBox="1"/>
          <p:nvPr/>
        </p:nvSpPr>
        <p:spPr>
          <a:xfrm>
            <a:off x="3602484" y="1039472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29E9D88-76EE-E477-EC90-66A100E1AA60}"/>
              </a:ext>
            </a:extLst>
          </p:cNvPr>
          <p:cNvSpPr txBox="1"/>
          <p:nvPr/>
        </p:nvSpPr>
        <p:spPr>
          <a:xfrm>
            <a:off x="3602484" y="1076184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769267B-6E3E-4356-D211-656563029424}"/>
              </a:ext>
            </a:extLst>
          </p:cNvPr>
          <p:cNvSpPr txBox="1"/>
          <p:nvPr/>
        </p:nvSpPr>
        <p:spPr>
          <a:xfrm>
            <a:off x="3602484" y="1112896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CE2A868-421A-B05C-2ADF-30401E367AC2}"/>
              </a:ext>
            </a:extLst>
          </p:cNvPr>
          <p:cNvSpPr txBox="1"/>
          <p:nvPr/>
        </p:nvSpPr>
        <p:spPr>
          <a:xfrm>
            <a:off x="3602484" y="1500921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0.05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8E37223-F839-2AF4-DF11-E85ACC4F11C2}"/>
              </a:ext>
            </a:extLst>
          </p:cNvPr>
          <p:cNvSpPr txBox="1"/>
          <p:nvPr/>
        </p:nvSpPr>
        <p:spPr>
          <a:xfrm>
            <a:off x="3602484" y="1668926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BA38F79-135E-5DA7-9B5D-32BBECF33D08}"/>
              </a:ext>
            </a:extLst>
          </p:cNvPr>
          <p:cNvSpPr txBox="1"/>
          <p:nvPr/>
        </p:nvSpPr>
        <p:spPr>
          <a:xfrm>
            <a:off x="3602484" y="1748522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-3.5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124C4D3-37CC-54D9-695E-602C02142885}"/>
              </a:ext>
            </a:extLst>
          </p:cNvPr>
          <p:cNvSpPr txBox="1"/>
          <p:nvPr/>
        </p:nvSpPr>
        <p:spPr>
          <a:xfrm>
            <a:off x="3602484" y="1916138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6775A36-89C3-295C-90EC-96C6183A82C0}"/>
              </a:ext>
            </a:extLst>
          </p:cNvPr>
          <p:cNvSpPr txBox="1"/>
          <p:nvPr/>
        </p:nvSpPr>
        <p:spPr>
          <a:xfrm>
            <a:off x="3602484" y="1955508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7E6D5FB-65E0-59CB-A7EC-9B09C799BCEC}"/>
              </a:ext>
            </a:extLst>
          </p:cNvPr>
          <p:cNvSpPr txBox="1"/>
          <p:nvPr/>
        </p:nvSpPr>
        <p:spPr>
          <a:xfrm>
            <a:off x="3602484" y="1994878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7BCA3C5-9B29-884A-D952-C89B91A85DD3}"/>
              </a:ext>
            </a:extLst>
          </p:cNvPr>
          <p:cNvSpPr txBox="1"/>
          <p:nvPr/>
        </p:nvSpPr>
        <p:spPr>
          <a:xfrm>
            <a:off x="3602484" y="2039328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4F6181D-F75F-3B57-9407-7F55CC205E58}"/>
              </a:ext>
            </a:extLst>
          </p:cNvPr>
          <p:cNvSpPr txBox="1"/>
          <p:nvPr/>
        </p:nvSpPr>
        <p:spPr>
          <a:xfrm>
            <a:off x="3602484" y="2081581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751EA9F-CDB7-E126-DDA4-D843E1D4E9C6}"/>
              </a:ext>
            </a:extLst>
          </p:cNvPr>
          <p:cNvSpPr txBox="1"/>
          <p:nvPr/>
        </p:nvSpPr>
        <p:spPr>
          <a:xfrm>
            <a:off x="3602484" y="2123833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46A2DB8-250F-8B70-4249-D33422F64B19}"/>
              </a:ext>
            </a:extLst>
          </p:cNvPr>
          <p:cNvSpPr txBox="1"/>
          <p:nvPr/>
        </p:nvSpPr>
        <p:spPr>
          <a:xfrm>
            <a:off x="3602484" y="2224661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685551B-48BD-25AF-401B-891567C67D80}"/>
              </a:ext>
            </a:extLst>
          </p:cNvPr>
          <p:cNvSpPr txBox="1"/>
          <p:nvPr/>
        </p:nvSpPr>
        <p:spPr>
          <a:xfrm>
            <a:off x="3602484" y="283169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6B44930-C556-ECE9-E625-64477F2F61F5}"/>
              </a:ext>
            </a:extLst>
          </p:cNvPr>
          <p:cNvSpPr txBox="1"/>
          <p:nvPr/>
        </p:nvSpPr>
        <p:spPr>
          <a:xfrm>
            <a:off x="3602484" y="2330172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0ACEB4A-4306-66C1-A579-131F01E61B5B}"/>
              </a:ext>
            </a:extLst>
          </p:cNvPr>
          <p:cNvSpPr txBox="1"/>
          <p:nvPr/>
        </p:nvSpPr>
        <p:spPr>
          <a:xfrm>
            <a:off x="3602484" y="3024640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36680BF-1154-AE1A-C874-BC8D6F4265C3}"/>
              </a:ext>
            </a:extLst>
          </p:cNvPr>
          <p:cNvSpPr txBox="1"/>
          <p:nvPr/>
        </p:nvSpPr>
        <p:spPr>
          <a:xfrm>
            <a:off x="3602484" y="3088957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-6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055CC0-BB3C-FE58-073D-624931C2992F}"/>
              </a:ext>
            </a:extLst>
          </p:cNvPr>
          <p:cNvSpPr/>
          <p:nvPr/>
        </p:nvSpPr>
        <p:spPr>
          <a:xfrm>
            <a:off x="10732864" y="5312229"/>
            <a:ext cx="5829299" cy="26258405"/>
          </a:xfrm>
          <a:prstGeom prst="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7F914-A942-C740-1F21-53C4BBC0908E}"/>
              </a:ext>
            </a:extLst>
          </p:cNvPr>
          <p:cNvSpPr txBox="1"/>
          <p:nvPr/>
        </p:nvSpPr>
        <p:spPr>
          <a:xfrm>
            <a:off x="10732864" y="5429821"/>
            <a:ext cx="582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Cambria Math" panose="02040503050406030204" pitchFamily="18" charset="0"/>
              </a:rPr>
              <a:t>Robust Control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23A1B0-1E43-4B60-D5AE-D1A62FA3AB7D}"/>
              </a:ext>
            </a:extLst>
          </p:cNvPr>
          <p:cNvSpPr/>
          <p:nvPr/>
        </p:nvSpPr>
        <p:spPr>
          <a:xfrm>
            <a:off x="16844875" y="5312229"/>
            <a:ext cx="5829299" cy="26258405"/>
          </a:xfrm>
          <a:prstGeom prst="rect">
            <a:avLst/>
          </a:prstGeom>
          <a:solidFill>
            <a:srgbClr val="EBF5EC"/>
          </a:solidFill>
          <a:ln>
            <a:solidFill>
              <a:srgbClr val="EBF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E7C6CF-BDEA-25CB-3213-4644589CD11E}"/>
              </a:ext>
            </a:extLst>
          </p:cNvPr>
          <p:cNvSpPr txBox="1"/>
          <p:nvPr/>
        </p:nvSpPr>
        <p:spPr>
          <a:xfrm>
            <a:off x="16844875" y="5429821"/>
            <a:ext cx="582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Robust Adaptive Control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F9925A-0A1F-8FF7-47E1-27F6643F857C}"/>
              </a:ext>
            </a:extLst>
          </p:cNvPr>
          <p:cNvSpPr/>
          <p:nvPr/>
        </p:nvSpPr>
        <p:spPr>
          <a:xfrm>
            <a:off x="22956886" y="5312229"/>
            <a:ext cx="5829299" cy="26258405"/>
          </a:xfrm>
          <a:prstGeom prst="rect">
            <a:avLst/>
          </a:prstGeom>
          <a:solidFill>
            <a:srgbClr val="E1EFFF"/>
          </a:solidFill>
          <a:ln>
            <a:solidFill>
              <a:srgbClr val="E1E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F6F5E8-14CA-E017-1BF4-780B4C98F7DE}"/>
              </a:ext>
            </a:extLst>
          </p:cNvPr>
          <p:cNvSpPr txBox="1"/>
          <p:nvPr/>
        </p:nvSpPr>
        <p:spPr>
          <a:xfrm>
            <a:off x="22941365" y="5429821"/>
            <a:ext cx="582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Proposed MOCE 2.0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BA3331-AB38-09BF-3CB0-A2AEECFCAB29}"/>
              </a:ext>
            </a:extLst>
          </p:cNvPr>
          <p:cNvSpPr txBox="1"/>
          <p:nvPr/>
        </p:nvSpPr>
        <p:spPr>
          <a:xfrm>
            <a:off x="3602484" y="1170820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FE7507-BD25-4570-9F1A-CA89EC7693B5}"/>
              </a:ext>
            </a:extLst>
          </p:cNvPr>
          <p:cNvSpPr txBox="1"/>
          <p:nvPr/>
        </p:nvSpPr>
        <p:spPr>
          <a:xfrm>
            <a:off x="3602484" y="120753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7C4D7D8-8A59-9647-DC55-FE5DD299E024}"/>
              </a:ext>
            </a:extLst>
          </p:cNvPr>
          <p:cNvSpPr txBox="1"/>
          <p:nvPr/>
        </p:nvSpPr>
        <p:spPr>
          <a:xfrm>
            <a:off x="3602484" y="1244245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859E39-FF6D-F537-7EC8-42B3E02E7A2D}"/>
              </a:ext>
            </a:extLst>
          </p:cNvPr>
          <p:cNvSpPr txBox="1"/>
          <p:nvPr/>
        </p:nvSpPr>
        <p:spPr>
          <a:xfrm>
            <a:off x="3602484" y="1301882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87C313C-5F3A-4FDB-C8A5-874F30AEFA3C}"/>
              </a:ext>
            </a:extLst>
          </p:cNvPr>
          <p:cNvSpPr txBox="1"/>
          <p:nvPr/>
        </p:nvSpPr>
        <p:spPr>
          <a:xfrm>
            <a:off x="3602484" y="1338595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1EC381F-16DA-4CF9-015F-16B59E6C6B3A}"/>
              </a:ext>
            </a:extLst>
          </p:cNvPr>
          <p:cNvSpPr txBox="1"/>
          <p:nvPr/>
        </p:nvSpPr>
        <p:spPr>
          <a:xfrm>
            <a:off x="3602484" y="1375307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78166D3-12CC-8B18-1F32-4DBDAB02CF60}"/>
              </a:ext>
            </a:extLst>
          </p:cNvPr>
          <p:cNvSpPr txBox="1"/>
          <p:nvPr/>
        </p:nvSpPr>
        <p:spPr>
          <a:xfrm>
            <a:off x="3602484" y="1428454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A73BD72-0012-F54F-89CE-233AB9E3FFD0}"/>
              </a:ext>
            </a:extLst>
          </p:cNvPr>
          <p:cNvSpPr txBox="1"/>
          <p:nvPr/>
        </p:nvSpPr>
        <p:spPr>
          <a:xfrm>
            <a:off x="3602484" y="1572118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8F2F2-9667-2AA1-E04B-E63C64C8C252}"/>
              </a:ext>
            </a:extLst>
          </p:cNvPr>
          <p:cNvSpPr txBox="1"/>
          <p:nvPr/>
        </p:nvSpPr>
        <p:spPr>
          <a:xfrm>
            <a:off x="3602484" y="1794591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116C8-EB75-C337-D17E-DB5F28A6F11A}"/>
              </a:ext>
            </a:extLst>
          </p:cNvPr>
          <p:cNvSpPr txBox="1"/>
          <p:nvPr/>
        </p:nvSpPr>
        <p:spPr>
          <a:xfrm>
            <a:off x="3602484" y="1874187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-3.5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881638-A611-73E6-18BB-412EF96F5926}"/>
                  </a:ext>
                </a:extLst>
              </p:cNvPr>
              <p:cNvSpPr txBox="1"/>
              <p:nvPr/>
            </p:nvSpPr>
            <p:spPr>
              <a:xfrm>
                <a:off x="2628860" y="16855566"/>
                <a:ext cx="1106007" cy="972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881638-A611-73E6-18BB-412EF96F5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860" y="16855566"/>
                <a:ext cx="1106007" cy="972574"/>
              </a:xfrm>
              <a:prstGeom prst="rect">
                <a:avLst/>
              </a:prstGeom>
              <a:blipFill>
                <a:blip r:embed="rId10"/>
                <a:stretch>
                  <a:fillRect b="-6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55D9AF-E33E-75D3-C103-3BE05CB874F4}"/>
                  </a:ext>
                </a:extLst>
              </p:cNvPr>
              <p:cNvSpPr txBox="1"/>
              <p:nvPr/>
            </p:nvSpPr>
            <p:spPr>
              <a:xfrm>
                <a:off x="2640016" y="18123008"/>
                <a:ext cx="1083694" cy="909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55D9AF-E33E-75D3-C103-3BE05CB87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016" y="18123008"/>
                <a:ext cx="1083694" cy="909352"/>
              </a:xfrm>
              <a:prstGeom prst="rect">
                <a:avLst/>
              </a:prstGeom>
              <a:blipFill>
                <a:blip r:embed="rId11"/>
                <a:stretch>
                  <a:fillRect b="-7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5E8D487-E69B-BEA2-F810-6B8F813297B0}"/>
                  </a:ext>
                </a:extLst>
              </p:cNvPr>
              <p:cNvSpPr txBox="1"/>
              <p:nvPr/>
            </p:nvSpPr>
            <p:spPr>
              <a:xfrm>
                <a:off x="2633604" y="19308178"/>
                <a:ext cx="1096519" cy="972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3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5E8D487-E69B-BEA2-F810-6B8F81329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04" y="19308178"/>
                <a:ext cx="1096519" cy="972574"/>
              </a:xfrm>
              <a:prstGeom prst="rect">
                <a:avLst/>
              </a:prstGeom>
              <a:blipFill>
                <a:blip r:embed="rId12"/>
                <a:stretch>
                  <a:fillRect b="-6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D0D1DA-8B37-E6A4-FC6C-F56781F4B1A1}"/>
                  </a:ext>
                </a:extLst>
              </p:cNvPr>
              <p:cNvSpPr txBox="1"/>
              <p:nvPr/>
            </p:nvSpPr>
            <p:spPr>
              <a:xfrm>
                <a:off x="2482826" y="20575620"/>
                <a:ext cx="1398075" cy="1080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Pre>
                            <m:sPre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ko-KR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3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𝛀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sPre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D0D1DA-8B37-E6A4-FC6C-F56781F4B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826" y="20575620"/>
                <a:ext cx="1398075" cy="1080809"/>
              </a:xfrm>
              <a:prstGeom prst="rect">
                <a:avLst/>
              </a:prstGeom>
              <a:blipFill>
                <a:blip r:embed="rId13"/>
                <a:stretch>
                  <a:fillRect b="-61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FA994EB-2579-A4C1-7D26-B516946805E0}"/>
              </a:ext>
            </a:extLst>
          </p:cNvPr>
          <p:cNvSpPr txBox="1"/>
          <p:nvPr/>
        </p:nvSpPr>
        <p:spPr>
          <a:xfrm>
            <a:off x="3602484" y="2562038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0C1DC3-6280-A8A7-DB08-A11D9CA7E57D}"/>
              </a:ext>
            </a:extLst>
          </p:cNvPr>
          <p:cNvSpPr txBox="1"/>
          <p:nvPr/>
        </p:nvSpPr>
        <p:spPr>
          <a:xfrm>
            <a:off x="3602484" y="2618186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D4727A-E857-5BDB-5EF6-850AA84A025A}"/>
              </a:ext>
            </a:extLst>
          </p:cNvPr>
          <p:cNvSpPr txBox="1"/>
          <p:nvPr/>
        </p:nvSpPr>
        <p:spPr>
          <a:xfrm>
            <a:off x="3602484" y="2674333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F8E8FE-2DA6-049B-AB4B-FE3DACE6E5B8}"/>
                  </a:ext>
                </a:extLst>
              </p:cNvPr>
              <p:cNvSpPr txBox="1"/>
              <p:nvPr/>
            </p:nvSpPr>
            <p:spPr>
              <a:xfrm>
                <a:off x="2206112" y="22709292"/>
                <a:ext cx="1875302" cy="861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F8E8FE-2DA6-049B-AB4B-FE3DACE6E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112" y="22709292"/>
                <a:ext cx="1875302" cy="861646"/>
              </a:xfrm>
              <a:prstGeom prst="rect">
                <a:avLst/>
              </a:prstGeom>
              <a:blipFill>
                <a:blip r:embed="rId14"/>
                <a:stretch>
                  <a:fillRect b="-12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304A89-0FE4-A45F-7D06-DF24EE973B0D}"/>
                  </a:ext>
                </a:extLst>
              </p:cNvPr>
              <p:cNvSpPr txBox="1"/>
              <p:nvPr/>
            </p:nvSpPr>
            <p:spPr>
              <a:xfrm>
                <a:off x="2206112" y="24368908"/>
                <a:ext cx="1875302" cy="8788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304A89-0FE4-A45F-7D06-DF24EE973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112" y="24368908"/>
                <a:ext cx="1875302" cy="878895"/>
              </a:xfrm>
              <a:prstGeom prst="rect">
                <a:avLst/>
              </a:prstGeom>
              <a:blipFill>
                <a:blip r:embed="rId15"/>
                <a:stretch>
                  <a:fillRect b="-11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C482227-EEA8-5149-6410-A61A5DE067DD}"/>
                  </a:ext>
                </a:extLst>
              </p:cNvPr>
              <p:cNvSpPr txBox="1"/>
              <p:nvPr/>
            </p:nvSpPr>
            <p:spPr>
              <a:xfrm>
                <a:off x="2206112" y="26045774"/>
                <a:ext cx="1875302" cy="861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C482227-EEA8-5149-6410-A61A5DE06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112" y="26045774"/>
                <a:ext cx="1875302" cy="861646"/>
              </a:xfrm>
              <a:prstGeom prst="rect">
                <a:avLst/>
              </a:prstGeom>
              <a:blipFill>
                <a:blip r:embed="rId16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B933A610-9562-A710-D41D-B7A21102723D}"/>
              </a:ext>
            </a:extLst>
          </p:cNvPr>
          <p:cNvSpPr txBox="1"/>
          <p:nvPr/>
        </p:nvSpPr>
        <p:spPr>
          <a:xfrm>
            <a:off x="3602484" y="2896007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9F75C1-E600-56BA-63BD-B411DEF725C4}"/>
              </a:ext>
            </a:extLst>
          </p:cNvPr>
          <p:cNvSpPr txBox="1"/>
          <p:nvPr/>
        </p:nvSpPr>
        <p:spPr>
          <a:xfrm>
            <a:off x="3602484" y="2960323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BD79D5-3F59-1F23-D543-34FB49C5C323}"/>
              </a:ext>
            </a:extLst>
          </p:cNvPr>
          <p:cNvSpPr txBox="1"/>
          <p:nvPr/>
        </p:nvSpPr>
        <p:spPr>
          <a:xfrm>
            <a:off x="3602484" y="2767373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C7CDECB-40A9-C140-F954-74ECAE3062E3}"/>
                  </a:ext>
                </a:extLst>
              </p:cNvPr>
              <p:cNvSpPr txBox="1"/>
              <p:nvPr/>
            </p:nvSpPr>
            <p:spPr>
              <a:xfrm>
                <a:off x="2665479" y="29271476"/>
                <a:ext cx="880369" cy="850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sPre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4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C7CDECB-40A9-C140-F954-74ECAE306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479" y="29271476"/>
                <a:ext cx="880369" cy="8508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DD876479-5750-1FD8-01AA-D4B3864E9E83}"/>
              </a:ext>
            </a:extLst>
          </p:cNvPr>
          <p:cNvSpPr txBox="1"/>
          <p:nvPr/>
        </p:nvSpPr>
        <p:spPr>
          <a:xfrm rot="16200000">
            <a:off x="-838476" y="7705224"/>
            <a:ext cx="5829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EEF1C0-87F4-3A53-D1D4-365E5B8527B6}"/>
              </a:ext>
            </a:extLst>
          </p:cNvPr>
          <p:cNvSpPr txBox="1"/>
          <p:nvPr/>
        </p:nvSpPr>
        <p:spPr>
          <a:xfrm rot="16200000">
            <a:off x="-838477" y="12724191"/>
            <a:ext cx="5829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Attitude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4EF737-3DDF-B333-431F-FBB42D6714BE}"/>
              </a:ext>
            </a:extLst>
          </p:cNvPr>
          <p:cNvSpPr txBox="1"/>
          <p:nvPr/>
        </p:nvSpPr>
        <p:spPr>
          <a:xfrm rot="16200000">
            <a:off x="-838477" y="18894396"/>
            <a:ext cx="5829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Disturbance Torque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7B6CE9-9306-B503-543D-F2CB3CF1A673}"/>
              </a:ext>
            </a:extLst>
          </p:cNvPr>
          <p:cNvSpPr txBox="1"/>
          <p:nvPr/>
        </p:nvSpPr>
        <p:spPr>
          <a:xfrm rot="16200000">
            <a:off x="-838477" y="24471459"/>
            <a:ext cx="5829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Desired Torque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041FCD-16BB-A921-78F3-02CAAE344112}"/>
              </a:ext>
            </a:extLst>
          </p:cNvPr>
          <p:cNvSpPr txBox="1"/>
          <p:nvPr/>
        </p:nvSpPr>
        <p:spPr>
          <a:xfrm rot="16200000">
            <a:off x="-819427" y="29510627"/>
            <a:ext cx="5829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</a:t>
            </a:r>
            <a:r>
              <a:rPr lang="ko-KR" alt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Estimation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B5C65275-9D48-B831-7E59-A25CBC088D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4876" y="27817992"/>
            <a:ext cx="5505273" cy="3709100"/>
          </a:xfrm>
          <a:prstGeom prst="rect">
            <a:avLst/>
          </a:prstGeom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DECEAF75-3FDA-05B2-F7B3-C8DEB54982C3}"/>
              </a:ext>
            </a:extLst>
          </p:cNvPr>
          <p:cNvSpPr/>
          <p:nvPr/>
        </p:nvSpPr>
        <p:spPr>
          <a:xfrm>
            <a:off x="10895313" y="27817992"/>
            <a:ext cx="5504836" cy="3690050"/>
          </a:xfrm>
          <a:prstGeom prst="rect">
            <a:avLst/>
          </a:prstGeom>
          <a:solidFill>
            <a:schemeClr val="bg1">
              <a:lumMod val="65000"/>
              <a:alpha val="46000"/>
            </a:schemeClr>
          </a:solidFill>
          <a:ln>
            <a:solidFill>
              <a:schemeClr val="bg1">
                <a:lumMod val="75000"/>
                <a:alpha val="7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9" name="그림 68" descr="This image appears to be a simple line graph with a horizontal x-axis and a vertical y-axis, likely representing a distribution or comparison of values.&#10;&#10;AI 생성 콘텐츠는 정확하지 않을 수 있습니다.">
            <a:extLst>
              <a:ext uri="{FF2B5EF4-FFF2-40B4-BE49-F238E27FC236}">
                <a16:creationId xmlns:a16="http://schemas.microsoft.com/office/drawing/2014/main" id="{C501767E-BD96-ECC7-2089-6F4A2887167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043429" y="27852852"/>
            <a:ext cx="5396981" cy="3636140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EEAF9C72-6538-8745-26F5-4A951BB3B615}"/>
              </a:ext>
            </a:extLst>
          </p:cNvPr>
          <p:cNvSpPr/>
          <p:nvPr/>
        </p:nvSpPr>
        <p:spPr>
          <a:xfrm>
            <a:off x="17064474" y="27852852"/>
            <a:ext cx="5360097" cy="3636140"/>
          </a:xfrm>
          <a:prstGeom prst="rect">
            <a:avLst/>
          </a:prstGeom>
          <a:solidFill>
            <a:schemeClr val="bg1">
              <a:lumMod val="65000"/>
              <a:alpha val="46000"/>
            </a:schemeClr>
          </a:solidFill>
          <a:ln>
            <a:solidFill>
              <a:schemeClr val="bg1">
                <a:lumMod val="75000"/>
                <a:alpha val="7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473C3B8-6B17-6C16-9986-989E48D338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097357" y="27797110"/>
            <a:ext cx="5530591" cy="37261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01B5034-E071-355D-0F6D-CB0D5EF8D6D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097359" y="6134886"/>
            <a:ext cx="5530594" cy="3681751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BF8BB7FC-48FB-8A12-43D8-945D1232595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76736" y="27861034"/>
            <a:ext cx="5395964" cy="3635455"/>
          </a:xfrm>
          <a:prstGeom prst="rect">
            <a:avLst/>
          </a:prstGeom>
        </p:spPr>
      </p:pic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84FF523-7811-F079-DA90-0FFE04EEF79A}"/>
              </a:ext>
            </a:extLst>
          </p:cNvPr>
          <p:cNvSpPr/>
          <p:nvPr/>
        </p:nvSpPr>
        <p:spPr>
          <a:xfrm>
            <a:off x="4794779" y="27865648"/>
            <a:ext cx="5335285" cy="3610549"/>
          </a:xfrm>
          <a:prstGeom prst="rect">
            <a:avLst/>
          </a:prstGeom>
          <a:solidFill>
            <a:schemeClr val="bg1">
              <a:lumMod val="65000"/>
              <a:alpha val="46000"/>
            </a:schemeClr>
          </a:solidFill>
          <a:ln>
            <a:solidFill>
              <a:schemeClr val="bg1">
                <a:lumMod val="75000"/>
                <a:alpha val="7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This image depicts a grid with three horizontal lines, each containing a vertical line, creating a pattern of alternating black and white stripes.&#10;&#10;AI 생성 콘텐츠는 정확하지 않을 수 있습니다.">
            <a:extLst>
              <a:ext uri="{FF2B5EF4-FFF2-40B4-BE49-F238E27FC236}">
                <a16:creationId xmlns:a16="http://schemas.microsoft.com/office/drawing/2014/main" id="{CEC5D71F-7C6F-9D11-280E-6635669277F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03680" y="16740384"/>
            <a:ext cx="5511687" cy="4916045"/>
          </a:xfrm>
          <a:prstGeom prst="rect">
            <a:avLst/>
          </a:prstGeom>
        </p:spPr>
      </p:pic>
      <p:pic>
        <p:nvPicPr>
          <p:cNvPr id="16" name="그림 15" descr="This image depicts a grid with three horizontal lines, each containing a vertical line, creating a pattern of alternating black and white stripes.&#10;&#10;AI 생성 콘텐츠는 정확하지 않을 수 있습니다.">
            <a:extLst>
              <a:ext uri="{FF2B5EF4-FFF2-40B4-BE49-F238E27FC236}">
                <a16:creationId xmlns:a16="http://schemas.microsoft.com/office/drawing/2014/main" id="{EA7FC617-FDB5-8926-06AD-874A011E290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34783" y="16740384"/>
            <a:ext cx="5511687" cy="49160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C92161-6FA0-60AE-F339-63BD63099D25}"/>
              </a:ext>
            </a:extLst>
          </p:cNvPr>
          <p:cNvSpPr txBox="1"/>
          <p:nvPr/>
        </p:nvSpPr>
        <p:spPr>
          <a:xfrm>
            <a:off x="4173178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E5102E-BF0A-6825-5E11-40583426854E}"/>
              </a:ext>
            </a:extLst>
          </p:cNvPr>
          <p:cNvSpPr txBox="1"/>
          <p:nvPr/>
        </p:nvSpPr>
        <p:spPr>
          <a:xfrm>
            <a:off x="5485638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6D5A29-6BAE-0304-C948-FBD33E8AEEF9}"/>
              </a:ext>
            </a:extLst>
          </p:cNvPr>
          <p:cNvSpPr txBox="1"/>
          <p:nvPr/>
        </p:nvSpPr>
        <p:spPr>
          <a:xfrm>
            <a:off x="6798098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6375E1-0317-41C6-390D-C14FEA8F1E7D}"/>
              </a:ext>
            </a:extLst>
          </p:cNvPr>
          <p:cNvSpPr txBox="1"/>
          <p:nvPr/>
        </p:nvSpPr>
        <p:spPr>
          <a:xfrm>
            <a:off x="8110558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065AE2-3591-AE6B-1E72-3F8ED02D4757}"/>
              </a:ext>
            </a:extLst>
          </p:cNvPr>
          <p:cNvSpPr txBox="1"/>
          <p:nvPr/>
        </p:nvSpPr>
        <p:spPr>
          <a:xfrm>
            <a:off x="9423019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260DBB-68BB-C879-8898-3FCB38424862}"/>
              </a:ext>
            </a:extLst>
          </p:cNvPr>
          <p:cNvSpPr txBox="1"/>
          <p:nvPr/>
        </p:nvSpPr>
        <p:spPr>
          <a:xfrm>
            <a:off x="10364682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4E94E-D018-7B30-20E9-EC1FCCA42BA2}"/>
              </a:ext>
            </a:extLst>
          </p:cNvPr>
          <p:cNvSpPr txBox="1"/>
          <p:nvPr/>
        </p:nvSpPr>
        <p:spPr>
          <a:xfrm>
            <a:off x="11677142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C04E35-F08A-6A70-B127-333076CE7EF8}"/>
              </a:ext>
            </a:extLst>
          </p:cNvPr>
          <p:cNvSpPr txBox="1"/>
          <p:nvPr/>
        </p:nvSpPr>
        <p:spPr>
          <a:xfrm>
            <a:off x="12989602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E41AE-EC0B-19E5-1F23-ED4A25401915}"/>
              </a:ext>
            </a:extLst>
          </p:cNvPr>
          <p:cNvSpPr txBox="1"/>
          <p:nvPr/>
        </p:nvSpPr>
        <p:spPr>
          <a:xfrm>
            <a:off x="14302062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C4ACB8-CB77-A254-C507-7D8CAA531FCC}"/>
              </a:ext>
            </a:extLst>
          </p:cNvPr>
          <p:cNvSpPr txBox="1"/>
          <p:nvPr/>
        </p:nvSpPr>
        <p:spPr>
          <a:xfrm>
            <a:off x="15614523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C964A-DC27-0437-782D-2D0CDC7A3A8F}"/>
              </a:ext>
            </a:extLst>
          </p:cNvPr>
          <p:cNvSpPr txBox="1"/>
          <p:nvPr/>
        </p:nvSpPr>
        <p:spPr>
          <a:xfrm>
            <a:off x="16470867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87F597-CAFD-586B-CC08-8AE28ADB16B4}"/>
              </a:ext>
            </a:extLst>
          </p:cNvPr>
          <p:cNvSpPr txBox="1"/>
          <p:nvPr/>
        </p:nvSpPr>
        <p:spPr>
          <a:xfrm>
            <a:off x="17783327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43C865-A377-F874-9D4F-2F12AE98A14C}"/>
              </a:ext>
            </a:extLst>
          </p:cNvPr>
          <p:cNvSpPr txBox="1"/>
          <p:nvPr/>
        </p:nvSpPr>
        <p:spPr>
          <a:xfrm>
            <a:off x="19095787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11C833-7582-FDE7-F0D9-9A30587B2F70}"/>
              </a:ext>
            </a:extLst>
          </p:cNvPr>
          <p:cNvSpPr txBox="1"/>
          <p:nvPr/>
        </p:nvSpPr>
        <p:spPr>
          <a:xfrm>
            <a:off x="20408247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B74C06-B7AC-0EBC-57FA-67C202A736BC}"/>
              </a:ext>
            </a:extLst>
          </p:cNvPr>
          <p:cNvSpPr txBox="1"/>
          <p:nvPr/>
        </p:nvSpPr>
        <p:spPr>
          <a:xfrm>
            <a:off x="21720708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EFEF08-A50C-1637-594E-E5B87D72103D}"/>
              </a:ext>
            </a:extLst>
          </p:cNvPr>
          <p:cNvSpPr txBox="1"/>
          <p:nvPr/>
        </p:nvSpPr>
        <p:spPr>
          <a:xfrm>
            <a:off x="22533853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861C3D-FB18-B0D6-20C1-B68E8DB2113E}"/>
              </a:ext>
            </a:extLst>
          </p:cNvPr>
          <p:cNvSpPr txBox="1"/>
          <p:nvPr/>
        </p:nvSpPr>
        <p:spPr>
          <a:xfrm>
            <a:off x="23846313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BD0D4F-16F2-16F8-1912-60ED8F8042B2}"/>
              </a:ext>
            </a:extLst>
          </p:cNvPr>
          <p:cNvSpPr txBox="1"/>
          <p:nvPr/>
        </p:nvSpPr>
        <p:spPr>
          <a:xfrm>
            <a:off x="25158773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09E9F7-E942-5AED-631F-7F6ECF297912}"/>
              </a:ext>
            </a:extLst>
          </p:cNvPr>
          <p:cNvSpPr txBox="1"/>
          <p:nvPr/>
        </p:nvSpPr>
        <p:spPr>
          <a:xfrm>
            <a:off x="26471233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60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DB8231-BD2B-234C-1D25-AC8742A3AB23}"/>
              </a:ext>
            </a:extLst>
          </p:cNvPr>
          <p:cNvSpPr txBox="1"/>
          <p:nvPr/>
        </p:nvSpPr>
        <p:spPr>
          <a:xfrm>
            <a:off x="27783694" y="3153267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80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8142BB-43B3-CE8E-5C99-9414A1E9AAE5}"/>
              </a:ext>
            </a:extLst>
          </p:cNvPr>
          <p:cNvSpPr txBox="1"/>
          <p:nvPr/>
        </p:nvSpPr>
        <p:spPr>
          <a:xfrm>
            <a:off x="6073020" y="31943962"/>
            <a:ext cx="2830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en-US" altLang="ko-K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(sec)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6F7746-6F71-9525-912D-DF7A61010DEE}"/>
              </a:ext>
            </a:extLst>
          </p:cNvPr>
          <p:cNvSpPr txBox="1"/>
          <p:nvPr/>
        </p:nvSpPr>
        <p:spPr>
          <a:xfrm>
            <a:off x="12232370" y="31943962"/>
            <a:ext cx="2830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(sec)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F1D756-70E2-8D1A-80FD-7CEE50728DF0}"/>
              </a:ext>
            </a:extLst>
          </p:cNvPr>
          <p:cNvSpPr txBox="1"/>
          <p:nvPr/>
        </p:nvSpPr>
        <p:spPr>
          <a:xfrm>
            <a:off x="18344381" y="31943962"/>
            <a:ext cx="2830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(sec)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0B85951-6C76-BA05-7BCC-534CA9395FA7}"/>
              </a:ext>
            </a:extLst>
          </p:cNvPr>
          <p:cNvSpPr txBox="1"/>
          <p:nvPr/>
        </p:nvSpPr>
        <p:spPr>
          <a:xfrm>
            <a:off x="24440871" y="31943962"/>
            <a:ext cx="2830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(sec)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B6A5A3E-FB60-C967-8F5C-952CBF332C10}"/>
              </a:ext>
            </a:extLst>
          </p:cNvPr>
          <p:cNvSpPr/>
          <p:nvPr/>
        </p:nvSpPr>
        <p:spPr>
          <a:xfrm>
            <a:off x="25695802" y="27842808"/>
            <a:ext cx="2874281" cy="1664559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D8B6224-D6D0-5997-37CA-F762B77AB314}"/>
                  </a:ext>
                </a:extLst>
              </p:cNvPr>
              <p:cNvSpPr txBox="1"/>
              <p:nvPr/>
            </p:nvSpPr>
            <p:spPr>
              <a:xfrm>
                <a:off x="26211968" y="27850827"/>
                <a:ext cx="1077683" cy="584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D8B6224-D6D0-5997-37CA-F762B77AB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968" y="27850827"/>
                <a:ext cx="1077683" cy="58401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59B74922-AB73-EB1E-F378-2B186EDA112E}"/>
              </a:ext>
            </a:extLst>
          </p:cNvPr>
          <p:cNvCxnSpPr>
            <a:cxnSpLocks/>
          </p:cNvCxnSpPr>
          <p:nvPr/>
        </p:nvCxnSpPr>
        <p:spPr>
          <a:xfrm>
            <a:off x="25867252" y="28142835"/>
            <a:ext cx="430619" cy="0"/>
          </a:xfrm>
          <a:prstGeom prst="line">
            <a:avLst/>
          </a:prstGeom>
          <a:ln w="57150">
            <a:solidFill>
              <a:srgbClr val="F5939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728D185-7EEE-763F-49CE-920388F169D8}"/>
                  </a:ext>
                </a:extLst>
              </p:cNvPr>
              <p:cNvSpPr txBox="1"/>
              <p:nvPr/>
            </p:nvSpPr>
            <p:spPr>
              <a:xfrm>
                <a:off x="26211968" y="28377082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728D185-7EEE-763F-49CE-920388F16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968" y="28377082"/>
                <a:ext cx="1077683" cy="59195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1FF50E3A-D3E5-2EE6-D063-242F99178EDD}"/>
              </a:ext>
            </a:extLst>
          </p:cNvPr>
          <p:cNvCxnSpPr>
            <a:cxnSpLocks/>
          </p:cNvCxnSpPr>
          <p:nvPr/>
        </p:nvCxnSpPr>
        <p:spPr>
          <a:xfrm>
            <a:off x="25867252" y="28673060"/>
            <a:ext cx="430619" cy="0"/>
          </a:xfrm>
          <a:prstGeom prst="line">
            <a:avLst/>
          </a:prstGeom>
          <a:ln w="57150">
            <a:solidFill>
              <a:srgbClr val="9DB7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8AC8391-D0DC-088C-B32A-FC3611DFB3AD}"/>
                  </a:ext>
                </a:extLst>
              </p:cNvPr>
              <p:cNvSpPr txBox="1"/>
              <p:nvPr/>
            </p:nvSpPr>
            <p:spPr>
              <a:xfrm>
                <a:off x="26186568" y="28911277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8AC8391-D0DC-088C-B32A-FC3611DF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6568" y="28911277"/>
                <a:ext cx="1077683" cy="59195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EE63D0DA-B3F7-81A2-B5B4-BEA20DFA8726}"/>
              </a:ext>
            </a:extLst>
          </p:cNvPr>
          <p:cNvCxnSpPr>
            <a:cxnSpLocks/>
          </p:cNvCxnSpPr>
          <p:nvPr/>
        </p:nvCxnSpPr>
        <p:spPr>
          <a:xfrm>
            <a:off x="25867252" y="29207255"/>
            <a:ext cx="430619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D612289-6DE8-6527-91B1-539130C7B5F9}"/>
                  </a:ext>
                </a:extLst>
              </p:cNvPr>
              <p:cNvSpPr txBox="1"/>
              <p:nvPr/>
            </p:nvSpPr>
            <p:spPr>
              <a:xfrm>
                <a:off x="27564518" y="27850827"/>
                <a:ext cx="1077683" cy="576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D612289-6DE8-6527-91B1-539130C7B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518" y="27850827"/>
                <a:ext cx="1077683" cy="57688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F80A581D-3163-F26F-5792-416CFDAF2182}"/>
              </a:ext>
            </a:extLst>
          </p:cNvPr>
          <p:cNvCxnSpPr>
            <a:cxnSpLocks/>
          </p:cNvCxnSpPr>
          <p:nvPr/>
        </p:nvCxnSpPr>
        <p:spPr>
          <a:xfrm>
            <a:off x="27219802" y="28142835"/>
            <a:ext cx="430619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283DD54-B855-0794-6507-EEA1C6BAC2C7}"/>
                  </a:ext>
                </a:extLst>
              </p:cNvPr>
              <p:cNvSpPr txBox="1"/>
              <p:nvPr/>
            </p:nvSpPr>
            <p:spPr>
              <a:xfrm>
                <a:off x="27564518" y="28377082"/>
                <a:ext cx="1077683" cy="59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283DD54-B855-0794-6507-EEA1C6BAC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518" y="28377082"/>
                <a:ext cx="1077683" cy="59195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40C58D1-AFE1-43F1-FC02-AB44945AF044}"/>
              </a:ext>
            </a:extLst>
          </p:cNvPr>
          <p:cNvCxnSpPr>
            <a:cxnSpLocks/>
          </p:cNvCxnSpPr>
          <p:nvPr/>
        </p:nvCxnSpPr>
        <p:spPr>
          <a:xfrm>
            <a:off x="27219802" y="28673060"/>
            <a:ext cx="430619" cy="0"/>
          </a:xfrm>
          <a:prstGeom prst="line">
            <a:avLst/>
          </a:prstGeom>
          <a:ln w="57150">
            <a:solidFill>
              <a:srgbClr val="0000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6AC29F4-E542-F114-7942-96340EDC4E28}"/>
                  </a:ext>
                </a:extLst>
              </p:cNvPr>
              <p:cNvSpPr txBox="1"/>
              <p:nvPr/>
            </p:nvSpPr>
            <p:spPr>
              <a:xfrm>
                <a:off x="27539118" y="28911277"/>
                <a:ext cx="1077683" cy="576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ko-KR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6AC29F4-E542-F114-7942-96340EDC4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9118" y="28911277"/>
                <a:ext cx="1077683" cy="57688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F39672C-4965-5BC3-AFFB-63232457D76B}"/>
              </a:ext>
            </a:extLst>
          </p:cNvPr>
          <p:cNvCxnSpPr>
            <a:cxnSpLocks/>
          </p:cNvCxnSpPr>
          <p:nvPr/>
        </p:nvCxnSpPr>
        <p:spPr>
          <a:xfrm>
            <a:off x="27219802" y="29207255"/>
            <a:ext cx="430619" cy="0"/>
          </a:xfrm>
          <a:prstGeom prst="line">
            <a:avLst/>
          </a:prstGeom>
          <a:ln w="57150">
            <a:solidFill>
              <a:srgbClr val="51515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8" name="그림 127" descr="The image shows two sets of data plotted on a graph, with the first set depicting a pattern that rises and falls, and the second set showing a pattern that appears to have a higher peak and lower trough.&#10;&#10;AI 생성 콘텐츠는 정확하지 않을 수 있습니다.">
            <a:extLst>
              <a:ext uri="{FF2B5EF4-FFF2-40B4-BE49-F238E27FC236}">
                <a16:creationId xmlns:a16="http://schemas.microsoft.com/office/drawing/2014/main" id="{C2BF6601-1429-6DB9-8743-1F9C67DE26D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3111471" y="22316573"/>
            <a:ext cx="5520128" cy="4923574"/>
          </a:xfrm>
          <a:prstGeom prst="rect">
            <a:avLst/>
          </a:prstGeom>
        </p:spPr>
      </p:pic>
      <p:pic>
        <p:nvPicPr>
          <p:cNvPr id="137" name="그림 136" descr="This image displays three sets of data, each represented by a line graph, showing different trends or variations over time.&#10;&#10;AI 생성 콘텐츠는 정확하지 않을 수 있습니다.">
            <a:extLst>
              <a:ext uri="{FF2B5EF4-FFF2-40B4-BE49-F238E27FC236}">
                <a16:creationId xmlns:a16="http://schemas.microsoft.com/office/drawing/2014/main" id="{C7C98DA7-3264-83DC-2804-EACC82808C8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023605" y="22330725"/>
            <a:ext cx="5523108" cy="4926232"/>
          </a:xfrm>
          <a:prstGeom prst="rect">
            <a:avLst/>
          </a:prstGeom>
        </p:spPr>
      </p:pic>
      <p:pic>
        <p:nvPicPr>
          <p:cNvPr id="148" name="그림 147" descr="This image displays three overlaid line graphs, each with varying patterns of peaks and troughs, possibly representing different data sets or time series measurements.&#10;&#10;AI 생성 콘텐츠는 정확하지 않을 수 있습니다.">
            <a:extLst>
              <a:ext uri="{FF2B5EF4-FFF2-40B4-BE49-F238E27FC236}">
                <a16:creationId xmlns:a16="http://schemas.microsoft.com/office/drawing/2014/main" id="{4C104A96-28F4-5DAA-2230-B87CE42C860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82219" y="22340798"/>
            <a:ext cx="5514655" cy="4918692"/>
          </a:xfrm>
          <a:prstGeom prst="rect">
            <a:avLst/>
          </a:prstGeom>
        </p:spPr>
      </p:pic>
      <p:pic>
        <p:nvPicPr>
          <p:cNvPr id="150" name="그림 149" descr="This image displays three sets of waveforms, each showing different data patterns or signals.&#10;&#10;AI 생성 콘텐츠는 정확하지 않을 수 있습니다.">
            <a:extLst>
              <a:ext uri="{FF2B5EF4-FFF2-40B4-BE49-F238E27FC236}">
                <a16:creationId xmlns:a16="http://schemas.microsoft.com/office/drawing/2014/main" id="{FFEDCA40-0275-DCEA-05DB-CCD106E523B9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745141" y="22331774"/>
            <a:ext cx="5486043" cy="4893172"/>
          </a:xfrm>
          <a:prstGeom prst="rect">
            <a:avLst/>
          </a:prstGeom>
        </p:spPr>
      </p:pic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CA63A67B-7D5B-2FCA-5827-77C1C3E89C4C}"/>
              </a:ext>
            </a:extLst>
          </p:cNvPr>
          <p:cNvSpPr/>
          <p:nvPr/>
        </p:nvSpPr>
        <p:spPr>
          <a:xfrm>
            <a:off x="25963651" y="4012564"/>
            <a:ext cx="2807013" cy="11722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mbria Math" panose="02040503050406030204" pitchFamily="18" charset="0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BC244FC2-40B1-0FA7-523F-BDE4E74BECCB}"/>
              </a:ext>
            </a:extLst>
          </p:cNvPr>
          <p:cNvCxnSpPr>
            <a:cxnSpLocks/>
          </p:cNvCxnSpPr>
          <p:nvPr/>
        </p:nvCxnSpPr>
        <p:spPr>
          <a:xfrm>
            <a:off x="26148232" y="4342698"/>
            <a:ext cx="853440" cy="0"/>
          </a:xfrm>
          <a:prstGeom prst="line">
            <a:avLst/>
          </a:prstGeom>
          <a:ln w="76200">
            <a:solidFill>
              <a:srgbClr val="0061E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218E0237-C4D0-C8BC-44FE-6AF9EF63105B}"/>
              </a:ext>
            </a:extLst>
          </p:cNvPr>
          <p:cNvSpPr txBox="1"/>
          <p:nvPr/>
        </p:nvSpPr>
        <p:spPr>
          <a:xfrm>
            <a:off x="27207398" y="4096477"/>
            <a:ext cx="131003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desired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3EA638A-C00F-A0BC-D1C7-A9A14F592F26}"/>
              </a:ext>
            </a:extLst>
          </p:cNvPr>
          <p:cNvSpPr txBox="1"/>
          <p:nvPr/>
        </p:nvSpPr>
        <p:spPr>
          <a:xfrm>
            <a:off x="27207398" y="4624523"/>
            <a:ext cx="105958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actual</a:t>
            </a:r>
            <a:endParaRPr lang="ko-KR" altLang="en-US" sz="3200" dirty="0">
              <a:latin typeface="Cambria Math" panose="02040503050406030204" pitchFamily="18" charset="0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5CAF99E7-BBE9-4CCA-C9BF-A17390B35B56}"/>
              </a:ext>
            </a:extLst>
          </p:cNvPr>
          <p:cNvCxnSpPr>
            <a:cxnSpLocks/>
          </p:cNvCxnSpPr>
          <p:nvPr/>
        </p:nvCxnSpPr>
        <p:spPr>
          <a:xfrm>
            <a:off x="26139582" y="4870744"/>
            <a:ext cx="862090" cy="0"/>
          </a:xfrm>
          <a:prstGeom prst="line">
            <a:avLst/>
          </a:prstGeom>
          <a:ln w="76200">
            <a:solidFill>
              <a:srgbClr val="FA2C0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659AC4C-08E1-A98F-8B65-F4894081284F}"/>
              </a:ext>
            </a:extLst>
          </p:cNvPr>
          <p:cNvGrpSpPr/>
          <p:nvPr/>
        </p:nvGrpSpPr>
        <p:grpSpPr>
          <a:xfrm>
            <a:off x="7533275" y="16127383"/>
            <a:ext cx="3101521" cy="461665"/>
            <a:chOff x="3672565" y="20481436"/>
            <a:chExt cx="3172682" cy="461665"/>
          </a:xfrm>
        </p:grpSpPr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3B9B3400-FE04-6C41-FE62-CB07ACB9EB3B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EFED4F2-420B-E95F-DB55-2B50EFB7DD83}"/>
                </a:ext>
              </a:extLst>
            </p:cNvPr>
            <p:cNvSpPr txBox="1"/>
            <p:nvPr/>
          </p:nvSpPr>
          <p:spPr>
            <a:xfrm>
              <a:off x="4123878" y="20481436"/>
              <a:ext cx="272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5D0056CE-179E-F8B5-0B14-A6D3957BA843}"/>
              </a:ext>
            </a:extLst>
          </p:cNvPr>
          <p:cNvGrpSpPr/>
          <p:nvPr/>
        </p:nvGrpSpPr>
        <p:grpSpPr>
          <a:xfrm>
            <a:off x="13629273" y="16120157"/>
            <a:ext cx="3214262" cy="461665"/>
            <a:chOff x="3672565" y="20481436"/>
            <a:chExt cx="3172682" cy="461665"/>
          </a:xfrm>
        </p:grpSpPr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4D41E1B7-9757-8B71-EDD0-AA8EE3FE1799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72559814-C06C-98BC-15F6-286C6DFB93D3}"/>
                </a:ext>
              </a:extLst>
            </p:cNvPr>
            <p:cNvSpPr txBox="1"/>
            <p:nvPr/>
          </p:nvSpPr>
          <p:spPr>
            <a:xfrm>
              <a:off x="4123878" y="20481436"/>
              <a:ext cx="272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3B8CFA30-00E0-CE89-8466-E52B02E88B60}"/>
              </a:ext>
            </a:extLst>
          </p:cNvPr>
          <p:cNvGrpSpPr/>
          <p:nvPr/>
        </p:nvGrpSpPr>
        <p:grpSpPr>
          <a:xfrm>
            <a:off x="19826875" y="16108333"/>
            <a:ext cx="3110139" cy="461665"/>
            <a:chOff x="3672565" y="20481436"/>
            <a:chExt cx="3172682" cy="461665"/>
          </a:xfrm>
        </p:grpSpPr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8F26D287-74CA-46C8-46B1-315102C7EBF8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6352C11-97E1-931B-14B1-8500195729A0}"/>
                </a:ext>
              </a:extLst>
            </p:cNvPr>
            <p:cNvSpPr txBox="1"/>
            <p:nvPr/>
          </p:nvSpPr>
          <p:spPr>
            <a:xfrm>
              <a:off x="4123878" y="20481436"/>
              <a:ext cx="272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28D297C8-AF25-6D71-A0AF-2E4A454C9BD2}"/>
              </a:ext>
            </a:extLst>
          </p:cNvPr>
          <p:cNvGrpSpPr/>
          <p:nvPr/>
        </p:nvGrpSpPr>
        <p:grpSpPr>
          <a:xfrm>
            <a:off x="25922873" y="16096571"/>
            <a:ext cx="3289021" cy="461665"/>
            <a:chOff x="3672565" y="20481436"/>
            <a:chExt cx="3172682" cy="461665"/>
          </a:xfrm>
        </p:grpSpPr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18B7603C-87E2-4091-7F29-ECB4EB80A9CF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EC99462-A5B1-4A42-A0C5-7CF087492937}"/>
                </a:ext>
              </a:extLst>
            </p:cNvPr>
            <p:cNvSpPr txBox="1"/>
            <p:nvPr/>
          </p:nvSpPr>
          <p:spPr>
            <a:xfrm>
              <a:off x="4123878" y="20481436"/>
              <a:ext cx="272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9CE0617-DAFC-D7F9-3CDF-1F84B9A8CC19}"/>
              </a:ext>
            </a:extLst>
          </p:cNvPr>
          <p:cNvGrpSpPr/>
          <p:nvPr/>
        </p:nvGrpSpPr>
        <p:grpSpPr>
          <a:xfrm>
            <a:off x="13618021" y="21628750"/>
            <a:ext cx="3366658" cy="461665"/>
            <a:chOff x="3672565" y="20481436"/>
            <a:chExt cx="3172682" cy="461665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AE675A13-4440-41FA-AF41-BABC0758EBD1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804622A-3936-C348-8CB6-D9DCFA5A4E7B}"/>
                </a:ext>
              </a:extLst>
            </p:cNvPr>
            <p:cNvSpPr txBox="1"/>
            <p:nvPr/>
          </p:nvSpPr>
          <p:spPr>
            <a:xfrm>
              <a:off x="4123878" y="20481436"/>
              <a:ext cx="272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0BC97474-A94F-63A3-1DF7-83DEEE2EABDD}"/>
              </a:ext>
            </a:extLst>
          </p:cNvPr>
          <p:cNvGrpSpPr/>
          <p:nvPr/>
        </p:nvGrpSpPr>
        <p:grpSpPr>
          <a:xfrm>
            <a:off x="25882594" y="21620114"/>
            <a:ext cx="3167171" cy="461665"/>
            <a:chOff x="3672565" y="20481436"/>
            <a:chExt cx="3172682" cy="461665"/>
          </a:xfrm>
        </p:grpSpPr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02C35122-A108-12A8-227B-961003BB24A1}"/>
                </a:ext>
              </a:extLst>
            </p:cNvPr>
            <p:cNvCxnSpPr>
              <a:cxnSpLocks/>
            </p:cNvCxnSpPr>
            <p:nvPr/>
          </p:nvCxnSpPr>
          <p:spPr>
            <a:xfrm>
              <a:off x="3672565" y="20708665"/>
              <a:ext cx="371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A430C43-FAD7-02AF-AFA1-43337721C816}"/>
                </a:ext>
              </a:extLst>
            </p:cNvPr>
            <p:cNvSpPr txBox="1"/>
            <p:nvPr/>
          </p:nvSpPr>
          <p:spPr>
            <a:xfrm>
              <a:off x="4123878" y="20481436"/>
              <a:ext cx="272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Moving Average</a:t>
              </a:r>
              <a:endParaRPr lang="ko-KR" altLang="en-US" sz="2400" dirty="0">
                <a:latin typeface="Cambria Math" panose="02040503050406030204" pitchFamily="18" charset="0"/>
              </a:endParaRPr>
            </a:p>
          </p:txBody>
        </p:sp>
      </p:grpSp>
      <p:pic>
        <p:nvPicPr>
          <p:cNvPr id="183" name="그림 182" descr="This image shows four waveforms with varying amplitudes and phases, depicting different signal patterns or oscillations.&#10;&#10;AI 생성 콘텐츠는 정확하지 않을 수 있습니다.">
            <a:extLst>
              <a:ext uri="{FF2B5EF4-FFF2-40B4-BE49-F238E27FC236}">
                <a16:creationId xmlns:a16="http://schemas.microsoft.com/office/drawing/2014/main" id="{6C50F84D-B07B-D07D-1A4D-4F9B80839424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718729" y="6118058"/>
            <a:ext cx="5538867" cy="3805487"/>
          </a:xfrm>
          <a:prstGeom prst="rect">
            <a:avLst/>
          </a:prstGeom>
        </p:spPr>
      </p:pic>
      <p:pic>
        <p:nvPicPr>
          <p:cNvPr id="189" name="그림 188" descr="This image shows four overlaid spectrograms or waveforms, each depicting different frequency patterns or sound waves.&#10;&#10;AI 생성 콘텐츠는 정확하지 않을 수 있습니다.">
            <a:extLst>
              <a:ext uri="{FF2B5EF4-FFF2-40B4-BE49-F238E27FC236}">
                <a16:creationId xmlns:a16="http://schemas.microsoft.com/office/drawing/2014/main" id="{D0B0287C-6B45-B90E-9020-B8BA310685B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994228" y="6100203"/>
            <a:ext cx="5530592" cy="3794816"/>
          </a:xfrm>
          <a:prstGeom prst="rect">
            <a:avLst/>
          </a:prstGeom>
        </p:spPr>
      </p:pic>
      <p:pic>
        <p:nvPicPr>
          <p:cNvPr id="191" name="그림 190" descr="This image depicts three pairs of waveforms, each consisting of a sinusoidal wave and its harmonic counterpart, illustrating the fundamental frequency and its harmonics.&#10;&#10;AI 생성 콘텐츠는 정확하지 않을 수 있습니다.">
            <a:extLst>
              <a:ext uri="{FF2B5EF4-FFF2-40B4-BE49-F238E27FC236}">
                <a16:creationId xmlns:a16="http://schemas.microsoft.com/office/drawing/2014/main" id="{8FD41F5B-170C-9FDD-F2F1-3E6CA284D5B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882219" y="6127583"/>
            <a:ext cx="5530592" cy="3795899"/>
          </a:xfrm>
          <a:prstGeom prst="rect">
            <a:avLst/>
          </a:prstGeom>
        </p:spPr>
      </p:pic>
      <p:pic>
        <p:nvPicPr>
          <p:cNvPr id="193" name="그림 192" descr="This image appears to be a scatter plot or line graph displaying data points or trends with color coding, likely showing some form of comparison or correlation between different data sets.&#10;&#10;AI 생성 콘텐츠는 정확하지 않을 수 있습니다.">
            <a:extLst>
              <a:ext uri="{FF2B5EF4-FFF2-40B4-BE49-F238E27FC236}">
                <a16:creationId xmlns:a16="http://schemas.microsoft.com/office/drawing/2014/main" id="{AB7C42AE-8FF7-EC50-BBF9-3167C6BFC09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731975" y="10438461"/>
            <a:ext cx="5544140" cy="5715608"/>
          </a:xfrm>
          <a:prstGeom prst="rect">
            <a:avLst/>
          </a:prstGeom>
        </p:spPr>
      </p:pic>
      <p:pic>
        <p:nvPicPr>
          <p:cNvPr id="195" name="그림 194" descr="The diagram depicts two sets of data plotted on a graph, likely showing different variables or conditions being compared over time or across different groups.&#10;&#10;AI 생성 콘텐츠는 정확하지 않을 수 있습니다.">
            <a:extLst>
              <a:ext uri="{FF2B5EF4-FFF2-40B4-BE49-F238E27FC236}">
                <a16:creationId xmlns:a16="http://schemas.microsoft.com/office/drawing/2014/main" id="{71B8FD94-79AB-94C9-951A-F6D5D0ED0D1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855670" y="10446279"/>
            <a:ext cx="5544479" cy="5715957"/>
          </a:xfrm>
          <a:prstGeom prst="rect">
            <a:avLst/>
          </a:prstGeom>
        </p:spPr>
      </p:pic>
      <p:pic>
        <p:nvPicPr>
          <p:cNvPr id="197" name="그림 196" descr="This image shows a graph with two sets of data, each represented by different colors, depicting distinct trends or distributions over time or another variable.&#10;&#10;AI 생성 콘텐츠는 정확하지 않을 수 있습니다.">
            <a:extLst>
              <a:ext uri="{FF2B5EF4-FFF2-40B4-BE49-F238E27FC236}">
                <a16:creationId xmlns:a16="http://schemas.microsoft.com/office/drawing/2014/main" id="{051F1B07-5CDB-889A-65B7-4748DF1E60D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894876" y="16734973"/>
            <a:ext cx="5501481" cy="4906942"/>
          </a:xfrm>
          <a:prstGeom prst="rect">
            <a:avLst/>
          </a:prstGeom>
        </p:spPr>
      </p:pic>
      <p:pic>
        <p:nvPicPr>
          <p:cNvPr id="199" name="그림 198" descr="This image displays a complex line graph with multiple data sets, each showing distinct patterns or trends over time, possibly indicating various variables or conditions being monitored.&#10;&#10;AI 생성 콘텐츠는 정확하지 않을 수 있습니다.">
            <a:extLst>
              <a:ext uri="{FF2B5EF4-FFF2-40B4-BE49-F238E27FC236}">
                <a16:creationId xmlns:a16="http://schemas.microsoft.com/office/drawing/2014/main" id="{5908BFFF-04CD-8091-DC3D-06D33DFC1FF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7009379" y="10455177"/>
            <a:ext cx="5529318" cy="5700328"/>
          </a:xfrm>
          <a:prstGeom prst="rect">
            <a:avLst/>
          </a:prstGeom>
        </p:spPr>
      </p:pic>
      <p:pic>
        <p:nvPicPr>
          <p:cNvPr id="201" name="그림 200" descr="This image appears to be a scatter plot or a line graph with multiple data sets or variables plotted against each other, showing various patterns or trends.&#10;&#10;AI 생성 콘텐츠는 정확하지 않을 수 있습니다.">
            <a:extLst>
              <a:ext uri="{FF2B5EF4-FFF2-40B4-BE49-F238E27FC236}">
                <a16:creationId xmlns:a16="http://schemas.microsoft.com/office/drawing/2014/main" id="{4A351EF1-F627-F3D0-7B6C-6F86293117B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3103309" y="10426597"/>
            <a:ext cx="5536452" cy="5707682"/>
          </a:xfrm>
          <a:prstGeom prst="rect">
            <a:avLst/>
          </a:prstGeom>
        </p:spPr>
      </p:pic>
      <p:pic>
        <p:nvPicPr>
          <p:cNvPr id="205" name="그림 204" descr="This image depicts a scatter plot with a line of best fit, indicating a positive correlation between two variables.&#10;&#10;AI 생성 콘텐츠는 정확하지 않을 수 있습니다.">
            <a:extLst>
              <a:ext uri="{FF2B5EF4-FFF2-40B4-BE49-F238E27FC236}">
                <a16:creationId xmlns:a16="http://schemas.microsoft.com/office/drawing/2014/main" id="{51D4B91C-23D0-0CFE-1F3B-E201B972966E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3113858" y="16737115"/>
            <a:ext cx="5515353" cy="4919314"/>
          </a:xfrm>
          <a:prstGeom prst="rect">
            <a:avLst/>
          </a:prstGeom>
        </p:spPr>
      </p:pic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CB91114-939B-2A5E-68D0-00C47C2DF4F8}"/>
              </a:ext>
            </a:extLst>
          </p:cNvPr>
          <p:cNvCxnSpPr>
            <a:cxnSpLocks/>
          </p:cNvCxnSpPr>
          <p:nvPr/>
        </p:nvCxnSpPr>
        <p:spPr>
          <a:xfrm>
            <a:off x="4762500" y="19823837"/>
            <a:ext cx="76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7C38FA5-7471-E71F-80A2-9B56E01D04B9}"/>
              </a:ext>
            </a:extLst>
          </p:cNvPr>
          <p:cNvCxnSpPr>
            <a:cxnSpLocks/>
          </p:cNvCxnSpPr>
          <p:nvPr/>
        </p:nvCxnSpPr>
        <p:spPr>
          <a:xfrm>
            <a:off x="4757738" y="18156936"/>
            <a:ext cx="809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37AB85B-AC6B-BE49-385A-6AB48A237F71}"/>
              </a:ext>
            </a:extLst>
          </p:cNvPr>
          <p:cNvCxnSpPr>
            <a:cxnSpLocks/>
          </p:cNvCxnSpPr>
          <p:nvPr/>
        </p:nvCxnSpPr>
        <p:spPr>
          <a:xfrm>
            <a:off x="4760119" y="16911526"/>
            <a:ext cx="7858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1CF68126-4836-4D9B-A192-4E4115909FAE}"/>
              </a:ext>
            </a:extLst>
          </p:cNvPr>
          <p:cNvCxnSpPr>
            <a:cxnSpLocks/>
          </p:cNvCxnSpPr>
          <p:nvPr/>
        </p:nvCxnSpPr>
        <p:spPr>
          <a:xfrm>
            <a:off x="10141744" y="18158726"/>
            <a:ext cx="809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416A62C3-172A-4A79-08BA-3E39AFD4E46C}"/>
              </a:ext>
            </a:extLst>
          </p:cNvPr>
          <p:cNvCxnSpPr>
            <a:cxnSpLocks/>
          </p:cNvCxnSpPr>
          <p:nvPr/>
        </p:nvCxnSpPr>
        <p:spPr>
          <a:xfrm>
            <a:off x="10139363" y="16910687"/>
            <a:ext cx="809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FA1D3326-F880-7E42-4A80-C26319350638}"/>
              </a:ext>
            </a:extLst>
          </p:cNvPr>
          <p:cNvCxnSpPr>
            <a:cxnSpLocks/>
          </p:cNvCxnSpPr>
          <p:nvPr/>
        </p:nvCxnSpPr>
        <p:spPr>
          <a:xfrm>
            <a:off x="10139362" y="19820506"/>
            <a:ext cx="785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A66925C7-4B79-C880-D6E3-9BC37BD351DF}"/>
              </a:ext>
            </a:extLst>
          </p:cNvPr>
          <p:cNvCxnSpPr>
            <a:cxnSpLocks/>
          </p:cNvCxnSpPr>
          <p:nvPr/>
        </p:nvCxnSpPr>
        <p:spPr>
          <a:xfrm>
            <a:off x="17031970" y="19823837"/>
            <a:ext cx="76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3BC516AC-990B-7753-41FE-A44000E89B40}"/>
              </a:ext>
            </a:extLst>
          </p:cNvPr>
          <p:cNvCxnSpPr>
            <a:cxnSpLocks/>
          </p:cNvCxnSpPr>
          <p:nvPr/>
        </p:nvCxnSpPr>
        <p:spPr>
          <a:xfrm>
            <a:off x="17027208" y="18156936"/>
            <a:ext cx="809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3F14058E-86A5-0CB9-C5F8-CDDBE44527B4}"/>
              </a:ext>
            </a:extLst>
          </p:cNvPr>
          <p:cNvCxnSpPr>
            <a:cxnSpLocks/>
          </p:cNvCxnSpPr>
          <p:nvPr/>
        </p:nvCxnSpPr>
        <p:spPr>
          <a:xfrm>
            <a:off x="17029589" y="16911526"/>
            <a:ext cx="7858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C081AF5E-7483-80FD-1D07-4A1F823A27CD}"/>
              </a:ext>
            </a:extLst>
          </p:cNvPr>
          <p:cNvCxnSpPr>
            <a:cxnSpLocks/>
          </p:cNvCxnSpPr>
          <p:nvPr/>
        </p:nvCxnSpPr>
        <p:spPr>
          <a:xfrm>
            <a:off x="22411214" y="18158726"/>
            <a:ext cx="809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00EE88F4-31BC-A37D-B304-CE38FB17FB90}"/>
              </a:ext>
            </a:extLst>
          </p:cNvPr>
          <p:cNvCxnSpPr>
            <a:cxnSpLocks/>
          </p:cNvCxnSpPr>
          <p:nvPr/>
        </p:nvCxnSpPr>
        <p:spPr>
          <a:xfrm>
            <a:off x="22408833" y="16910687"/>
            <a:ext cx="809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FB97EBB7-8F68-50DD-8F5B-428A244194F5}"/>
              </a:ext>
            </a:extLst>
          </p:cNvPr>
          <p:cNvCxnSpPr>
            <a:cxnSpLocks/>
          </p:cNvCxnSpPr>
          <p:nvPr/>
        </p:nvCxnSpPr>
        <p:spPr>
          <a:xfrm>
            <a:off x="22408832" y="19820506"/>
            <a:ext cx="785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6CEEE437-7F7D-F28B-98B3-2A2A2E2EDE9E}"/>
              </a:ext>
            </a:extLst>
          </p:cNvPr>
          <p:cNvSpPr/>
          <p:nvPr/>
        </p:nvSpPr>
        <p:spPr>
          <a:xfrm>
            <a:off x="17018504" y="16744950"/>
            <a:ext cx="5471382" cy="4882451"/>
          </a:xfrm>
          <a:prstGeom prst="rect">
            <a:avLst/>
          </a:prstGeom>
          <a:solidFill>
            <a:schemeClr val="bg1">
              <a:lumMod val="65000"/>
              <a:alpha val="46000"/>
            </a:schemeClr>
          </a:solidFill>
          <a:ln>
            <a:solidFill>
              <a:schemeClr val="bg1">
                <a:lumMod val="75000"/>
                <a:alpha val="7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9FEE722E-CDCA-04DE-694B-0192791D9BA2}"/>
              </a:ext>
            </a:extLst>
          </p:cNvPr>
          <p:cNvSpPr/>
          <p:nvPr/>
        </p:nvSpPr>
        <p:spPr>
          <a:xfrm>
            <a:off x="4751376" y="16745403"/>
            <a:ext cx="5471382" cy="4882451"/>
          </a:xfrm>
          <a:prstGeom prst="rect">
            <a:avLst/>
          </a:prstGeom>
          <a:solidFill>
            <a:schemeClr val="bg1">
              <a:lumMod val="65000"/>
              <a:alpha val="46000"/>
            </a:schemeClr>
          </a:solidFill>
          <a:ln>
            <a:solidFill>
              <a:schemeClr val="bg1">
                <a:lumMod val="75000"/>
                <a:alpha val="7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60E456D-57F8-8DB1-F753-2EDD22AB4446}"/>
              </a:ext>
            </a:extLst>
          </p:cNvPr>
          <p:cNvSpPr txBox="1"/>
          <p:nvPr/>
        </p:nvSpPr>
        <p:spPr>
          <a:xfrm>
            <a:off x="3602484" y="2392217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1F661C1-9E03-C73E-000E-CC5B84F29571}"/>
              </a:ext>
            </a:extLst>
          </p:cNvPr>
          <p:cNvSpPr txBox="1"/>
          <p:nvPr/>
        </p:nvSpPr>
        <p:spPr>
          <a:xfrm>
            <a:off x="3602484" y="24977286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ko-KR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9F01F7A3-44A1-60E3-AE19-E5A03D06C357}"/>
              </a:ext>
            </a:extLst>
          </p:cNvPr>
          <p:cNvSpPr txBox="1"/>
          <p:nvPr/>
        </p:nvSpPr>
        <p:spPr>
          <a:xfrm>
            <a:off x="16989282" y="18524456"/>
            <a:ext cx="5505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N/A</a:t>
            </a:r>
            <a:endParaRPr lang="ko-KR" altLang="en-US" sz="8000" dirty="0">
              <a:latin typeface="Cambria Math" panose="02040503050406030204" pitchFamily="18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48C85E8E-B446-401C-C097-B57FDFAB93EB}"/>
              </a:ext>
            </a:extLst>
          </p:cNvPr>
          <p:cNvSpPr txBox="1"/>
          <p:nvPr/>
        </p:nvSpPr>
        <p:spPr>
          <a:xfrm>
            <a:off x="4735526" y="29009203"/>
            <a:ext cx="5505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N/A</a:t>
            </a:r>
            <a:endParaRPr lang="ko-KR" altLang="en-US" sz="8000" dirty="0">
              <a:latin typeface="Cambria Math" panose="02040503050406030204" pitchFamily="18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4F2CC0A-9CB1-B3CB-524A-4F523760FD87}"/>
              </a:ext>
            </a:extLst>
          </p:cNvPr>
          <p:cNvSpPr txBox="1"/>
          <p:nvPr/>
        </p:nvSpPr>
        <p:spPr>
          <a:xfrm>
            <a:off x="16989282" y="29009203"/>
            <a:ext cx="5505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N/A</a:t>
            </a:r>
            <a:endParaRPr lang="ko-KR" altLang="en-US" sz="8000" dirty="0">
              <a:latin typeface="Cambria Math" panose="02040503050406030204" pitchFamily="18" charset="0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DE21F24-7E2D-1E62-8B7E-D20AEBE247C7}"/>
              </a:ext>
            </a:extLst>
          </p:cNvPr>
          <p:cNvSpPr txBox="1"/>
          <p:nvPr/>
        </p:nvSpPr>
        <p:spPr>
          <a:xfrm>
            <a:off x="4722081" y="18524909"/>
            <a:ext cx="5505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N/A</a:t>
            </a:r>
            <a:endParaRPr lang="ko-KR" altLang="en-US" sz="80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69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1581</TotalTime>
  <Words>468</Words>
  <Application>Microsoft Office PowerPoint</Application>
  <PresentationFormat>사용자 지정</PresentationFormat>
  <Paragraphs>278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Aptos</vt:lpstr>
      <vt:lpstr>Aptos Display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서세욱</dc:creator>
  <cp:lastModifiedBy>서세욱</cp:lastModifiedBy>
  <cp:revision>43</cp:revision>
  <dcterms:created xsi:type="dcterms:W3CDTF">2026-03-04T13:10:59Z</dcterms:created>
  <dcterms:modified xsi:type="dcterms:W3CDTF">2026-03-16T02:26:43Z</dcterms:modified>
</cp:coreProperties>
</file>